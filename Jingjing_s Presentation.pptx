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2" r:id="rId5"/>
    <p:sldMasterId id="2147483733" r:id="rId6"/>
    <p:sldMasterId id="214748373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y="5143500" cx="9144000"/>
  <p:notesSz cx="6858000" cy="9144000"/>
  <p:embeddedFontLst>
    <p:embeddedFont>
      <p:font typeface="Lato"/>
      <p:regular r:id="rId33"/>
      <p:bold r:id="rId34"/>
      <p:italic r:id="rId35"/>
      <p:boldItalic r:id="rId36"/>
    </p:embeddedFont>
    <p:embeddedFont>
      <p:font typeface="Sor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B50D94-BF8F-4A9D-AA10-9A3716F629BB}">
  <a:tblStyle styleId="{2EB50D94-BF8F-4A9D-AA10-9A3716F629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Lato-regular.fntdata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font" Target="fonts/Lato-italic.fntdata"/><Relationship Id="rId12" Type="http://schemas.openxmlformats.org/officeDocument/2006/relationships/slide" Target="slides/slide4.xml"/><Relationship Id="rId34" Type="http://schemas.openxmlformats.org/officeDocument/2006/relationships/font" Target="fonts/Lato-bold.fntdata"/><Relationship Id="rId15" Type="http://schemas.openxmlformats.org/officeDocument/2006/relationships/slide" Target="slides/slide7.xml"/><Relationship Id="rId37" Type="http://schemas.openxmlformats.org/officeDocument/2006/relationships/font" Target="fonts/Sora-regular.fntdata"/><Relationship Id="rId14" Type="http://schemas.openxmlformats.org/officeDocument/2006/relationships/slide" Target="slides/slide6.xml"/><Relationship Id="rId36" Type="http://schemas.openxmlformats.org/officeDocument/2006/relationships/font" Target="fonts/Lato-bold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38" Type="http://schemas.openxmlformats.org/officeDocument/2006/relationships/font" Target="fonts/Sora-bold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d6886cc43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d6886cc43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199311987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3199311987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199311987f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3199311987f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0f41e1924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0f41e1924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199311987f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3199311987f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199311987f_0_1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3199311987f_0_1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199311987f_0_1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3199311987f_0_1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199311987f_0_1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3199311987f_0_1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3199311987f_0_2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3199311987f_0_2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d6886cc43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d6886cc43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2d6886cc43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2d6886cc43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2d6886cc43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2d6886cc43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2d64ad5315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2d64ad5315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64ad5315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2d64ad5315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80808"/>
                </a:solidFill>
                <a:highlight>
                  <a:srgbClr val="F9F9F9"/>
                </a:highlight>
              </a:rPr>
              <a:t>With GPT-4o, they trained a single new model end-to-end across text, vision, and audio, meaning that all inputs and outputs are processed by the same neural network.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3199311987f_0_2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3199311987f_0_2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d1bf8d60a4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d1bf8d60a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199311987f_0_2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3199311987f_0_2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2d6886cc43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2d6886cc43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2d52acff7f4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2d52acff7f4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g3199311987f_0_2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g3199311987f_0_2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d1bf8d60a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d1bf8d60a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g2d52acff7f4_0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3" name="Google Shape;1753;g2d52acff7f4_0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20f41e19245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20f41e19245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3"/>
          <p:cNvSpPr txBox="1"/>
          <p:nvPr>
            <p:ph hasCustomPrompt="1"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" name="Google Shape;29;p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0" name="Google Shape;30;p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1" name="Google Shape;31;p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2" name="Google Shape;32;p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/>
        </p:txBody>
      </p:sp>
      <p:cxnSp>
        <p:nvCxnSpPr>
          <p:cNvPr id="36" name="Google Shape;36;p4"/>
          <p:cNvCxnSpPr/>
          <p:nvPr/>
        </p:nvCxnSpPr>
        <p:spPr>
          <a:xfrm flipH="1" rot="-5400000">
            <a:off x="-1741502" y="1903025"/>
            <a:ext cx="4581000" cy="342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7" name="Google Shape;37;p4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8" name="Google Shape;38;p4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9" name="Google Shape;59;p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63" name="Google Shape;63;p6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4" name="Google Shape;64;p6"/>
            <p:cNvCxnSpPr/>
            <p:nvPr/>
          </p:nvCxnSpPr>
          <p:spPr>
            <a:xfrm flipH="1" rot="-5400000">
              <a:off x="-2079325" y="1859333"/>
              <a:ext cx="4747800" cy="149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idx="1" type="subTitle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8" name="Google Shape;68;p7"/>
          <p:cNvGrpSpPr/>
          <p:nvPr/>
        </p:nvGrpSpPr>
        <p:grpSpPr>
          <a:xfrm>
            <a:off x="144288" y="147077"/>
            <a:ext cx="454046" cy="1101386"/>
            <a:chOff x="144288" y="147077"/>
            <a:chExt cx="454046" cy="1101386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7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" name="Google Shape;73;p7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74" name="Google Shape;74;p7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5" name="Google Shape;75;p7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9" name="Google Shape;79;p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86" name="Google Shape;86;p9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87" name="Google Shape;87;p9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88" name="Google Shape;88;p9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9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92" name="Google Shape;92;p9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" name="Google Shape;93;p9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00" name="Google Shape;100;p11"/>
          <p:cNvGrpSpPr/>
          <p:nvPr/>
        </p:nvGrpSpPr>
        <p:grpSpPr>
          <a:xfrm>
            <a:off x="-135425" y="-190387"/>
            <a:ext cx="9421725" cy="5232813"/>
            <a:chOff x="-135425" y="-190387"/>
            <a:chExt cx="9421725" cy="5232813"/>
          </a:xfrm>
        </p:grpSpPr>
        <p:cxnSp>
          <p:nvCxnSpPr>
            <p:cNvPr id="101" name="Google Shape;101;p11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2" name="Google Shape;102;p11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3" name="Google Shape;103;p11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4" name="Google Shape;104;p11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5" name="Google Shape;105;p11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06" name="Google Shape;106;p11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107" name="Google Shape;107;p11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3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hasCustomPrompt="1"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hasCustomPrompt="1"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/>
          <p:nvPr>
            <p:ph hasCustomPrompt="1"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/>
          <p:nvPr>
            <p:ph hasCustomPrompt="1"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25" name="Google Shape;125;p13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126" name="Google Shape;126;p13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4" name="Google Shape;134;p14"/>
          <p:cNvGrpSpPr/>
          <p:nvPr/>
        </p:nvGrpSpPr>
        <p:grpSpPr>
          <a:xfrm>
            <a:off x="199188" y="123990"/>
            <a:ext cx="422946" cy="368845"/>
            <a:chOff x="8576588" y="4496315"/>
            <a:chExt cx="422946" cy="368845"/>
          </a:xfrm>
        </p:grpSpPr>
        <p:sp>
          <p:nvSpPr>
            <p:cNvPr id="135" name="Google Shape;135;p1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p14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138" name="Google Shape;138;p14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fmla="val 3258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39" name="Google Shape;139;p14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42" name="Google Shape;142;p15"/>
          <p:cNvGrpSpPr/>
          <p:nvPr/>
        </p:nvGrpSpPr>
        <p:grpSpPr>
          <a:xfrm>
            <a:off x="8430763" y="-10"/>
            <a:ext cx="422946" cy="368845"/>
            <a:chOff x="8576588" y="4496315"/>
            <a:chExt cx="422946" cy="368845"/>
          </a:xfrm>
        </p:grpSpPr>
        <p:sp>
          <p:nvSpPr>
            <p:cNvPr id="143" name="Google Shape;143;p15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15"/>
          <p:cNvGrpSpPr/>
          <p:nvPr/>
        </p:nvGrpSpPr>
        <p:grpSpPr>
          <a:xfrm flipH="1" rot="10800000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146" name="Google Shape;146;p15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fmla="val 434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47" name="Google Shape;147;p15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0" name="Google Shape;150;p16"/>
          <p:cNvSpPr txBox="1"/>
          <p:nvPr>
            <p:ph idx="1" type="subTitle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fmla="val 4548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7"/>
          <p:cNvSpPr txBox="1"/>
          <p:nvPr>
            <p:ph idx="1" type="subTitle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7"/>
          <p:cNvSpPr txBox="1"/>
          <p:nvPr>
            <p:ph idx="2" type="subTitle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4" name="Google Shape;164;p17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165" name="Google Shape;165;p17"/>
            <p:cNvCxnSpPr/>
            <p:nvPr/>
          </p:nvCxnSpPr>
          <p:spPr>
            <a:xfrm flipH="1" rot="-5400000">
              <a:off x="6857075" y="1775500"/>
              <a:ext cx="4097100" cy="187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6" name="Google Shape;166;p17"/>
            <p:cNvCxnSpPr/>
            <p:nvPr/>
          </p:nvCxnSpPr>
          <p:spPr>
            <a:xfrm flipH="1" rot="10800000">
              <a:off x="667900" y="4271400"/>
              <a:ext cx="2765700" cy="96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7" name="Google Shape;167;p17"/>
            <p:cNvCxnSpPr/>
            <p:nvPr/>
          </p:nvCxnSpPr>
          <p:spPr>
            <a:xfrm flipH="1" rot="5400000">
              <a:off x="7318025" y="3907700"/>
              <a:ext cx="3045000" cy="33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8" name="Google Shape;168;p17"/>
            <p:cNvCxnSpPr/>
            <p:nvPr/>
          </p:nvCxnSpPr>
          <p:spPr>
            <a:xfrm flipH="1" rot="5400000">
              <a:off x="7083950" y="4541675"/>
              <a:ext cx="3325500" cy="317400"/>
            </a:xfrm>
            <a:prstGeom prst="bentConnector3">
              <a:avLst>
                <a:gd fmla="val 6457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9" name="Google Shape;169;p17"/>
            <p:cNvCxnSpPr/>
            <p:nvPr/>
          </p:nvCxnSpPr>
          <p:spPr>
            <a:xfrm flipH="1" rot="10800000">
              <a:off x="-320650" y="4087825"/>
              <a:ext cx="5808300" cy="878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70" name="Google Shape;170;p1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71" name="Google Shape;171;p1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72" name="Google Shape;172;p1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73" name="Google Shape;173;p1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8" name="Google Shape;178;p18"/>
          <p:cNvSpPr txBox="1"/>
          <p:nvPr>
            <p:ph idx="1" type="subTitle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9" name="Google Shape;179;p18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180" name="Google Shape;180;p1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81" name="Google Shape;181;p1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82" name="Google Shape;182;p18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183" name="Google Shape;183;p18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8" name="Google Shape;188;p19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189" name="Google Shape;189;p19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0" name="Google Shape;190;p19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1" name="Google Shape;191;p19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2" name="Google Shape;192;p19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93" name="Google Shape;193;p19"/>
          <p:cNvGrpSpPr/>
          <p:nvPr/>
        </p:nvGrpSpPr>
        <p:grpSpPr>
          <a:xfrm>
            <a:off x="8618643" y="1192466"/>
            <a:ext cx="400449" cy="2933146"/>
            <a:chOff x="7553711" y="-2334286"/>
            <a:chExt cx="455625" cy="3337292"/>
          </a:xfrm>
        </p:grpSpPr>
        <p:sp>
          <p:nvSpPr>
            <p:cNvPr id="194" name="Google Shape;194;p1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0" name="Google Shape;200;p20"/>
          <p:cNvSpPr txBox="1"/>
          <p:nvPr>
            <p:ph idx="2" type="subTitle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2" name="Google Shape;202;p20"/>
          <p:cNvSpPr txBox="1"/>
          <p:nvPr>
            <p:ph idx="4" type="subTitle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03" name="Google Shape;203;p20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204" name="Google Shape;204;p20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205" name="Google Shape;205;p20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fmla="val 81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cxnSp>
          <p:nvCxnSpPr>
            <p:cNvPr id="207" name="Google Shape;207;p20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fmla="val 4694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08" name="Google Shape;208;p20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09" name="Google Shape;209;p20"/>
          <p:cNvGrpSpPr/>
          <p:nvPr/>
        </p:nvGrpSpPr>
        <p:grpSpPr>
          <a:xfrm>
            <a:off x="8430781" y="-10172"/>
            <a:ext cx="568753" cy="4875332"/>
            <a:chOff x="8430781" y="-10172"/>
            <a:chExt cx="568753" cy="4875332"/>
          </a:xfrm>
        </p:grpSpPr>
        <p:grpSp>
          <p:nvGrpSpPr>
            <p:cNvPr id="210" name="Google Shape;210;p20"/>
            <p:cNvGrpSpPr/>
            <p:nvPr/>
          </p:nvGrpSpPr>
          <p:grpSpPr>
            <a:xfrm>
              <a:off x="8576588" y="4496315"/>
              <a:ext cx="422946" cy="368845"/>
              <a:chOff x="8576588" y="4496315"/>
              <a:chExt cx="422946" cy="368845"/>
            </a:xfrm>
          </p:grpSpPr>
          <p:sp>
            <p:nvSpPr>
              <p:cNvPr id="211" name="Google Shape;211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3" name="Google Shape;213;p20"/>
            <p:cNvGrpSpPr/>
            <p:nvPr/>
          </p:nvGrpSpPr>
          <p:grpSpPr>
            <a:xfrm>
              <a:off x="8430781" y="-10172"/>
              <a:ext cx="290111" cy="925970"/>
              <a:chOff x="8430781" y="3939190"/>
              <a:chExt cx="290111" cy="925970"/>
            </a:xfrm>
          </p:grpSpPr>
          <p:sp>
            <p:nvSpPr>
              <p:cNvPr id="214" name="Google Shape;214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1"/>
          <p:cNvSpPr txBox="1"/>
          <p:nvPr>
            <p:ph idx="1" type="subTitle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2" type="subTitle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20" name="Google Shape;220;p21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221" name="Google Shape;221;p21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2" name="Google Shape;222;p21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3" name="Google Shape;223;p21"/>
            <p:cNvCxnSpPr/>
            <p:nvPr/>
          </p:nvCxnSpPr>
          <p:spPr>
            <a:xfrm flipH="1" rot="-5400000">
              <a:off x="6680600" y="138925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4" name="Google Shape;224;p21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5" name="Google Shape;225;p21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6" name="Google Shape;226;p21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7" name="Google Shape;227;p21"/>
            <p:cNvCxnSpPr/>
            <p:nvPr/>
          </p:nvCxnSpPr>
          <p:spPr>
            <a:xfrm flipH="1" rot="-5400000">
              <a:off x="-1623700" y="-109780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8" name="Google Shape;228;p21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29" name="Google Shape;229;p21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230" name="Google Shape;230;p21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2"/>
          <p:cNvSpPr txBox="1"/>
          <p:nvPr>
            <p:ph idx="2" type="subTitle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2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0" name="Google Shape;240;p22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2" name="Google Shape;242;p22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43" name="Google Shape;243;p22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244" name="Google Shape;244;p2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248" name="Google Shape;248;p22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49" name="Google Shape;249;p22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50" name="Google Shape;250;p22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51" name="Google Shape;251;p22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idx="1" type="subTitle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3"/>
          <p:cNvSpPr txBox="1"/>
          <p:nvPr>
            <p:ph idx="2" type="subTitle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3"/>
          <p:cNvSpPr txBox="1"/>
          <p:nvPr>
            <p:ph idx="3" type="subTitle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7" name="Google Shape;257;p23"/>
          <p:cNvSpPr txBox="1"/>
          <p:nvPr>
            <p:ph idx="4" type="subTitle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5" type="subTitle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6" type="subTitle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60" name="Google Shape;260;p23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261" name="Google Shape;261;p23"/>
            <p:cNvSpPr/>
            <p:nvPr/>
          </p:nvSpPr>
          <p:spPr>
            <a:xfrm>
              <a:off x="8937302" y="74717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8577884" y="2792122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8577868" y="4353966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23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265" name="Google Shape;265;p23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9059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66" name="Google Shape;266;p23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947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9" name="Google Shape;269;p24"/>
          <p:cNvSpPr txBox="1"/>
          <p:nvPr>
            <p:ph idx="1" type="subTitle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24"/>
          <p:cNvSpPr txBox="1"/>
          <p:nvPr>
            <p:ph idx="2" type="subTitle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4"/>
          <p:cNvSpPr txBox="1"/>
          <p:nvPr>
            <p:ph idx="3" type="subTitle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4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4"/>
          <p:cNvSpPr txBox="1"/>
          <p:nvPr>
            <p:ph idx="5" type="subTitle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4" name="Google Shape;274;p24"/>
          <p:cNvSpPr txBox="1"/>
          <p:nvPr>
            <p:ph idx="6" type="subTitle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24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6" name="Google Shape;276;p24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77" name="Google Shape;277;p24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278" name="Google Shape;278;p24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79" name="Google Shape;279;p24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80" name="Google Shape;280;p24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81" name="Google Shape;281;p24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82" name="Google Shape;282;p24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283" name="Google Shape;283;p24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0" name="Google Shape;290;p25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5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5"/>
          <p:cNvSpPr txBox="1"/>
          <p:nvPr>
            <p:ph idx="3" type="subTitle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5"/>
          <p:cNvSpPr txBox="1"/>
          <p:nvPr>
            <p:ph idx="4" type="subTitle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5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5"/>
          <p:cNvSpPr txBox="1"/>
          <p:nvPr>
            <p:ph idx="6" type="subTitle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5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7" name="Google Shape;297;p25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8" name="Google Shape;298;p25"/>
          <p:cNvSpPr txBox="1"/>
          <p:nvPr>
            <p:ph idx="9" type="subTitle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9" name="Google Shape;299;p25"/>
          <p:cNvSpPr txBox="1"/>
          <p:nvPr>
            <p:ph idx="13" type="subTitle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0" name="Google Shape;300;p25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1" name="Google Shape;301;p25"/>
          <p:cNvSpPr txBox="1"/>
          <p:nvPr>
            <p:ph idx="15" type="subTitle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302" name="Google Shape;302;p25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303" name="Google Shape;303;p25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fmla="val -366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04" name="Google Shape;304;p25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305" name="Google Shape;305;p25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306" name="Google Shape;306;p25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>
            <p:ph hasCustomPrompt="1"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1" name="Google Shape;311;p26"/>
          <p:cNvSpPr txBox="1"/>
          <p:nvPr>
            <p:ph idx="1" type="subTitle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2" name="Google Shape;312;p26"/>
          <p:cNvSpPr txBox="1"/>
          <p:nvPr>
            <p:ph hasCustomPrompt="1" idx="2" type="title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6"/>
          <p:cNvSpPr txBox="1"/>
          <p:nvPr>
            <p:ph idx="3" type="subTitle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4" name="Google Shape;314;p26"/>
          <p:cNvSpPr txBox="1"/>
          <p:nvPr>
            <p:ph hasCustomPrompt="1" idx="4" type="title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6"/>
          <p:cNvSpPr txBox="1"/>
          <p:nvPr>
            <p:ph idx="5" type="subTitle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16" name="Google Shape;316;p26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317" name="Google Shape;317;p26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318" name="Google Shape;318;p26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6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26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321" name="Google Shape;321;p26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6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6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/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idx="1" type="subTitle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27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8" name="Google Shape;328;p2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329" name="Google Shape;329;p2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" name="Google Shape;332;p27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33" name="Google Shape;333;p2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34" name="Google Shape;334;p2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364" name="Google Shape;364;p31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65" name="Google Shape;365;p31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66" name="Google Shape;366;p31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67" name="Google Shape;367;p31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68" name="Google Shape;368;p31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69" name="Google Shape;369;p31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70" name="Google Shape;370;p31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71" name="Google Shape;371;p31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372" name="Google Shape;372;p31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73" name="Google Shape;373;p31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74" name="Google Shape;374;p31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375" name="Google Shape;375;p31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76" name="Google Shape;376;p31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0" name="Google Shape;380;p32"/>
          <p:cNvSpPr txBox="1"/>
          <p:nvPr>
            <p:ph hasCustomPrompt="1"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1" name="Google Shape;381;p32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2" name="Google Shape;382;p32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83" name="Google Shape;383;p32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84" name="Google Shape;384;p32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85" name="Google Shape;385;p32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3"/>
          <p:cNvSpPr txBox="1"/>
          <p:nvPr>
            <p:ph idx="1" type="body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/>
        </p:txBody>
      </p:sp>
      <p:cxnSp>
        <p:nvCxnSpPr>
          <p:cNvPr id="389" name="Google Shape;389;p33"/>
          <p:cNvCxnSpPr/>
          <p:nvPr/>
        </p:nvCxnSpPr>
        <p:spPr>
          <a:xfrm flipH="1" rot="-5400000">
            <a:off x="-1741502" y="1903025"/>
            <a:ext cx="4581000" cy="342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90" name="Google Shape;390;p33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91" name="Google Shape;391;p33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2" name="Google Shape;392;p33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3" name="Google Shape;393;p33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6" name="Google Shape;396;p34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7" name="Google Shape;397;p34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8" name="Google Shape;398;p34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9" name="Google Shape;399;p34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00" name="Google Shape;400;p34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01" name="Google Shape;401;p34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02" name="Google Shape;402;p34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03" name="Google Shape;403;p34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04" name="Google Shape;404;p34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405" name="Google Shape;405;p34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406" name="Google Shape;406;p34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34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34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34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12" name="Google Shape;412;p35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413" name="Google Shape;413;p35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5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416" name="Google Shape;416;p35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17" name="Google Shape;417;p35"/>
            <p:cNvCxnSpPr/>
            <p:nvPr/>
          </p:nvCxnSpPr>
          <p:spPr>
            <a:xfrm flipH="1" rot="-5400000">
              <a:off x="-2079325" y="1859333"/>
              <a:ext cx="4747800" cy="149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6"/>
          <p:cNvSpPr txBox="1"/>
          <p:nvPr>
            <p:ph idx="1" type="subTitle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/>
        </p:txBody>
      </p:sp>
      <p:sp>
        <p:nvSpPr>
          <p:cNvPr id="420" name="Google Shape;420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21" name="Google Shape;421;p36"/>
          <p:cNvGrpSpPr/>
          <p:nvPr/>
        </p:nvGrpSpPr>
        <p:grpSpPr>
          <a:xfrm>
            <a:off x="144288" y="147077"/>
            <a:ext cx="454046" cy="1101386"/>
            <a:chOff x="144288" y="147077"/>
            <a:chExt cx="454046" cy="1101386"/>
          </a:xfrm>
        </p:grpSpPr>
        <p:sp>
          <p:nvSpPr>
            <p:cNvPr id="422" name="Google Shape;422;p36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6" name="Google Shape;426;p36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427" name="Google Shape;427;p36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28" name="Google Shape;428;p36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7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31" name="Google Shape;431;p37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432" name="Google Shape;432;p37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33" name="Google Shape;433;p37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34" name="Google Shape;434;p37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35" name="Google Shape;435;p37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8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8" name="Google Shape;438;p38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439" name="Google Shape;439;p38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440" name="Google Shape;440;p38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441" name="Google Shape;441;p38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8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8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38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445" name="Google Shape;445;p38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46" name="Google Shape;446;p38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39"/>
          <p:cNvSpPr txBox="1"/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0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52" name="Google Shape;452;p40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53" name="Google Shape;453;p40"/>
          <p:cNvGrpSpPr/>
          <p:nvPr/>
        </p:nvGrpSpPr>
        <p:grpSpPr>
          <a:xfrm>
            <a:off x="-135425" y="-190387"/>
            <a:ext cx="9421725" cy="5232813"/>
            <a:chOff x="-135425" y="-190387"/>
            <a:chExt cx="9421725" cy="5232813"/>
          </a:xfrm>
        </p:grpSpPr>
        <p:cxnSp>
          <p:nvCxnSpPr>
            <p:cNvPr id="454" name="Google Shape;454;p40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55" name="Google Shape;455;p40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56" name="Google Shape;456;p40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57" name="Google Shape;457;p40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58" name="Google Shape;458;p40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459" name="Google Shape;459;p40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460" name="Google Shape;460;p40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0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6" name="Google Shape;466;p42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42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42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42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42"/>
          <p:cNvSpPr txBox="1"/>
          <p:nvPr>
            <p:ph hasCustomPrompt="1"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1" name="Google Shape;471;p42"/>
          <p:cNvSpPr txBox="1"/>
          <p:nvPr>
            <p:ph hasCustomPrompt="1"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2" name="Google Shape;472;p42"/>
          <p:cNvSpPr txBox="1"/>
          <p:nvPr>
            <p:ph hasCustomPrompt="1"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3" name="Google Shape;473;p42"/>
          <p:cNvSpPr txBox="1"/>
          <p:nvPr>
            <p:ph hasCustomPrompt="1"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4" name="Google Shape;474;p42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5" name="Google Shape;475;p42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6" name="Google Shape;476;p42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7" name="Google Shape;477;p42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78" name="Google Shape;478;p42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479" name="Google Shape;479;p42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2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2" name="Google Shape;482;p42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483" name="Google Shape;483;p42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84" name="Google Shape;484;p42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87" name="Google Shape;487;p43"/>
          <p:cNvGrpSpPr/>
          <p:nvPr/>
        </p:nvGrpSpPr>
        <p:grpSpPr>
          <a:xfrm>
            <a:off x="199188" y="123990"/>
            <a:ext cx="422946" cy="368845"/>
            <a:chOff x="8576588" y="4496315"/>
            <a:chExt cx="422946" cy="368845"/>
          </a:xfrm>
        </p:grpSpPr>
        <p:sp>
          <p:nvSpPr>
            <p:cNvPr id="488" name="Google Shape;488;p43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3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" name="Google Shape;490;p43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491" name="Google Shape;491;p43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fmla="val 3258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92" name="Google Shape;492;p43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95" name="Google Shape;495;p44"/>
          <p:cNvGrpSpPr/>
          <p:nvPr/>
        </p:nvGrpSpPr>
        <p:grpSpPr>
          <a:xfrm>
            <a:off x="8430763" y="-10"/>
            <a:ext cx="422946" cy="368845"/>
            <a:chOff x="8576588" y="4496315"/>
            <a:chExt cx="422946" cy="368845"/>
          </a:xfrm>
        </p:grpSpPr>
        <p:sp>
          <p:nvSpPr>
            <p:cNvPr id="496" name="Google Shape;496;p4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8" name="Google Shape;498;p44"/>
          <p:cNvGrpSpPr/>
          <p:nvPr/>
        </p:nvGrpSpPr>
        <p:grpSpPr>
          <a:xfrm flipH="1" rot="10800000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499" name="Google Shape;499;p44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fmla="val 434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00" name="Google Shape;500;p44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5"/>
          <p:cNvSpPr txBox="1"/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3" name="Google Shape;503;p45"/>
          <p:cNvSpPr txBox="1"/>
          <p:nvPr>
            <p:ph idx="1" type="subTitle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504" name="Google Shape;504;p45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505" name="Google Shape;505;p45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5"/>
            <p:cNvSpPr/>
            <p:nvPr/>
          </p:nvSpPr>
          <p:spPr>
            <a:xfrm>
              <a:off x="14882235" y="888343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5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45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509" name="Google Shape;509;p45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10" name="Google Shape;510;p45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11" name="Google Shape;511;p45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fmla="val 4548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12" name="Google Shape;512;p45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5" name="Google Shape;515;p46"/>
          <p:cNvSpPr txBox="1"/>
          <p:nvPr>
            <p:ph idx="1" type="subTitle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46"/>
          <p:cNvSpPr txBox="1"/>
          <p:nvPr>
            <p:ph idx="2" type="subTitle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17" name="Google Shape;517;p46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518" name="Google Shape;518;p46"/>
            <p:cNvCxnSpPr/>
            <p:nvPr/>
          </p:nvCxnSpPr>
          <p:spPr>
            <a:xfrm flipH="1" rot="-5400000">
              <a:off x="6857075" y="1775500"/>
              <a:ext cx="4097100" cy="187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19" name="Google Shape;519;p46"/>
            <p:cNvCxnSpPr/>
            <p:nvPr/>
          </p:nvCxnSpPr>
          <p:spPr>
            <a:xfrm flipH="1" rot="10800000">
              <a:off x="667900" y="4271400"/>
              <a:ext cx="2765700" cy="96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20" name="Google Shape;520;p46"/>
            <p:cNvCxnSpPr/>
            <p:nvPr/>
          </p:nvCxnSpPr>
          <p:spPr>
            <a:xfrm flipH="1" rot="5400000">
              <a:off x="7318025" y="3907700"/>
              <a:ext cx="3045000" cy="33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21" name="Google Shape;521;p46"/>
            <p:cNvCxnSpPr/>
            <p:nvPr/>
          </p:nvCxnSpPr>
          <p:spPr>
            <a:xfrm flipH="1" rot="5400000">
              <a:off x="7083950" y="4541675"/>
              <a:ext cx="3325500" cy="317400"/>
            </a:xfrm>
            <a:prstGeom prst="bentConnector3">
              <a:avLst>
                <a:gd fmla="val 6457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22" name="Google Shape;522;p46"/>
            <p:cNvCxnSpPr/>
            <p:nvPr/>
          </p:nvCxnSpPr>
          <p:spPr>
            <a:xfrm flipH="1" rot="10800000">
              <a:off x="-320650" y="4087825"/>
              <a:ext cx="5808300" cy="878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23" name="Google Shape;523;p46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24" name="Google Shape;524;p46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525" name="Google Shape;525;p46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526" name="Google Shape;526;p46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7"/>
          <p:cNvSpPr txBox="1"/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1" name="Google Shape;531;p47"/>
          <p:cNvSpPr txBox="1"/>
          <p:nvPr>
            <p:ph idx="1" type="subTitle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32" name="Google Shape;532;p47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533" name="Google Shape;533;p47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34" name="Google Shape;534;p47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535" name="Google Shape;535;p47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536" name="Google Shape;536;p47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7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0" name="Google Shape;540;p48"/>
          <p:cNvSpPr txBox="1"/>
          <p:nvPr>
            <p:ph idx="1" type="subTitle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41" name="Google Shape;541;p48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542" name="Google Shape;542;p48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43" name="Google Shape;543;p48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44" name="Google Shape;544;p48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45" name="Google Shape;545;p48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546" name="Google Shape;546;p48"/>
          <p:cNvGrpSpPr/>
          <p:nvPr/>
        </p:nvGrpSpPr>
        <p:grpSpPr>
          <a:xfrm>
            <a:off x="8618643" y="1192466"/>
            <a:ext cx="400449" cy="2933146"/>
            <a:chOff x="7553711" y="-2334286"/>
            <a:chExt cx="455625" cy="3337292"/>
          </a:xfrm>
        </p:grpSpPr>
        <p:sp>
          <p:nvSpPr>
            <p:cNvPr id="547" name="Google Shape;547;p48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8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8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2" name="Google Shape;552;p49"/>
          <p:cNvSpPr txBox="1"/>
          <p:nvPr>
            <p:ph idx="1" type="subTitle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3" name="Google Shape;553;p49"/>
          <p:cNvSpPr txBox="1"/>
          <p:nvPr>
            <p:ph idx="2" type="subTitle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4" name="Google Shape;554;p49"/>
          <p:cNvSpPr txBox="1"/>
          <p:nvPr>
            <p:ph idx="3" type="subTitle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49"/>
          <p:cNvSpPr txBox="1"/>
          <p:nvPr>
            <p:ph idx="4" type="subTitle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556" name="Google Shape;556;p49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557" name="Google Shape;557;p49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558" name="Google Shape;558;p49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fmla="val 81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559" name="Google Shape;559;p49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cxnSp>
          <p:nvCxnSpPr>
            <p:cNvPr id="560" name="Google Shape;560;p49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fmla="val 4694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61" name="Google Shape;561;p49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562" name="Google Shape;562;p49"/>
          <p:cNvGrpSpPr/>
          <p:nvPr/>
        </p:nvGrpSpPr>
        <p:grpSpPr>
          <a:xfrm>
            <a:off x="8430781" y="-10172"/>
            <a:ext cx="568753" cy="4875332"/>
            <a:chOff x="8430781" y="-10172"/>
            <a:chExt cx="568753" cy="4875332"/>
          </a:xfrm>
        </p:grpSpPr>
        <p:grpSp>
          <p:nvGrpSpPr>
            <p:cNvPr id="563" name="Google Shape;563;p49"/>
            <p:cNvGrpSpPr/>
            <p:nvPr/>
          </p:nvGrpSpPr>
          <p:grpSpPr>
            <a:xfrm>
              <a:off x="8576588" y="4496315"/>
              <a:ext cx="422946" cy="368845"/>
              <a:chOff x="8576588" y="4496315"/>
              <a:chExt cx="422946" cy="368845"/>
            </a:xfrm>
          </p:grpSpPr>
          <p:sp>
            <p:nvSpPr>
              <p:cNvPr id="564" name="Google Shape;564;p49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49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6" name="Google Shape;566;p49"/>
            <p:cNvGrpSpPr/>
            <p:nvPr/>
          </p:nvGrpSpPr>
          <p:grpSpPr>
            <a:xfrm>
              <a:off x="8430781" y="-10172"/>
              <a:ext cx="290111" cy="925970"/>
              <a:chOff x="8430781" y="3939190"/>
              <a:chExt cx="290111" cy="925970"/>
            </a:xfrm>
          </p:grpSpPr>
          <p:sp>
            <p:nvSpPr>
              <p:cNvPr id="567" name="Google Shape;567;p49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49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1" name="Google Shape;571;p50"/>
          <p:cNvSpPr txBox="1"/>
          <p:nvPr>
            <p:ph idx="1" type="subTitle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2" name="Google Shape;572;p50"/>
          <p:cNvSpPr txBox="1"/>
          <p:nvPr>
            <p:ph idx="2" type="subTitle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573" name="Google Shape;573;p50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574" name="Google Shape;574;p50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75" name="Google Shape;575;p50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76" name="Google Shape;576;p50"/>
            <p:cNvCxnSpPr/>
            <p:nvPr/>
          </p:nvCxnSpPr>
          <p:spPr>
            <a:xfrm flipH="1" rot="-5400000">
              <a:off x="6680600" y="138925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77" name="Google Shape;577;p50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78" name="Google Shape;578;p50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79" name="Google Shape;579;p50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80" name="Google Shape;580;p50"/>
            <p:cNvCxnSpPr/>
            <p:nvPr/>
          </p:nvCxnSpPr>
          <p:spPr>
            <a:xfrm flipH="1" rot="-5400000">
              <a:off x="-1623700" y="-109780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81" name="Google Shape;581;p50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582" name="Google Shape;582;p50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583" name="Google Shape;583;p50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4" name="Google Shape;584;p50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5" name="Google Shape;585;p50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6" name="Google Shape;586;p50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7" name="Google Shape;587;p50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1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51"/>
          <p:cNvSpPr txBox="1"/>
          <p:nvPr>
            <p:ph idx="2" type="subTitle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1" name="Google Shape;591;p51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3" name="Google Shape;593;p51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4" name="Google Shape;594;p51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5" name="Google Shape;595;p51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596" name="Google Shape;596;p51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597" name="Google Shape;597;p51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51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51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0" name="Google Shape;600;p51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601" name="Google Shape;601;p51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02" name="Google Shape;602;p51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03" name="Google Shape;603;p51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04" name="Google Shape;604;p51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idx="1" type="subTitle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52"/>
          <p:cNvSpPr txBox="1"/>
          <p:nvPr>
            <p:ph idx="2" type="subTitle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52"/>
          <p:cNvSpPr txBox="1"/>
          <p:nvPr>
            <p:ph idx="3" type="subTitle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0" name="Google Shape;610;p52"/>
          <p:cNvSpPr txBox="1"/>
          <p:nvPr>
            <p:ph idx="4" type="subTitle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1" name="Google Shape;611;p52"/>
          <p:cNvSpPr txBox="1"/>
          <p:nvPr>
            <p:ph idx="5" type="subTitle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52"/>
          <p:cNvSpPr txBox="1"/>
          <p:nvPr>
            <p:ph idx="6" type="subTitle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13" name="Google Shape;613;p52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614" name="Google Shape;614;p52"/>
            <p:cNvSpPr/>
            <p:nvPr/>
          </p:nvSpPr>
          <p:spPr>
            <a:xfrm>
              <a:off x="8937302" y="74717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52"/>
            <p:cNvSpPr/>
            <p:nvPr/>
          </p:nvSpPr>
          <p:spPr>
            <a:xfrm>
              <a:off x="8577884" y="2792122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52"/>
            <p:cNvSpPr/>
            <p:nvPr/>
          </p:nvSpPr>
          <p:spPr>
            <a:xfrm>
              <a:off x="8577868" y="4353966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52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618" name="Google Shape;618;p52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9059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19" name="Google Shape;619;p52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947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2" name="Google Shape;622;p53"/>
          <p:cNvSpPr txBox="1"/>
          <p:nvPr>
            <p:ph idx="1" type="subTitle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53"/>
          <p:cNvSpPr txBox="1"/>
          <p:nvPr>
            <p:ph idx="2" type="subTitle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4" name="Google Shape;624;p53"/>
          <p:cNvSpPr txBox="1"/>
          <p:nvPr>
            <p:ph idx="3" type="subTitle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5" name="Google Shape;625;p53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6" name="Google Shape;626;p53"/>
          <p:cNvSpPr txBox="1"/>
          <p:nvPr>
            <p:ph idx="5" type="subTitle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7" name="Google Shape;627;p53"/>
          <p:cNvSpPr txBox="1"/>
          <p:nvPr>
            <p:ph idx="6" type="subTitle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8" name="Google Shape;628;p53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9" name="Google Shape;629;p53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30" name="Google Shape;630;p53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631" name="Google Shape;631;p53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32" name="Google Shape;632;p53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33" name="Google Shape;633;p53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34" name="Google Shape;634;p53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635" name="Google Shape;635;p53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636" name="Google Shape;636;p53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53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53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53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53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3" name="Google Shape;643;p54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4" name="Google Shape;644;p54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5" name="Google Shape;645;p54"/>
          <p:cNvSpPr txBox="1"/>
          <p:nvPr>
            <p:ph idx="3" type="subTitle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6" name="Google Shape;646;p54"/>
          <p:cNvSpPr txBox="1"/>
          <p:nvPr>
            <p:ph idx="4" type="subTitle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7" name="Google Shape;647;p54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8" name="Google Shape;648;p54"/>
          <p:cNvSpPr txBox="1"/>
          <p:nvPr>
            <p:ph idx="6" type="subTitle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9" name="Google Shape;649;p54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0" name="Google Shape;650;p54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1" name="Google Shape;651;p54"/>
          <p:cNvSpPr txBox="1"/>
          <p:nvPr>
            <p:ph idx="9" type="subTitle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2" name="Google Shape;652;p54"/>
          <p:cNvSpPr txBox="1"/>
          <p:nvPr>
            <p:ph idx="13" type="subTitle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3" name="Google Shape;653;p54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4" name="Google Shape;654;p54"/>
          <p:cNvSpPr txBox="1"/>
          <p:nvPr>
            <p:ph idx="15" type="subTitle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55" name="Google Shape;655;p54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656" name="Google Shape;656;p54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fmla="val -366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57" name="Google Shape;657;p54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658" name="Google Shape;658;p54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659" name="Google Shape;659;p54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54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54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5"/>
          <p:cNvSpPr txBox="1"/>
          <p:nvPr>
            <p:ph hasCustomPrompt="1"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4" name="Google Shape;664;p55"/>
          <p:cNvSpPr txBox="1"/>
          <p:nvPr>
            <p:ph idx="1" type="subTitle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5" name="Google Shape;665;p55"/>
          <p:cNvSpPr txBox="1"/>
          <p:nvPr>
            <p:ph hasCustomPrompt="1" idx="2" type="title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6" name="Google Shape;666;p55"/>
          <p:cNvSpPr txBox="1"/>
          <p:nvPr>
            <p:ph idx="3" type="subTitle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7" name="Google Shape;667;p55"/>
          <p:cNvSpPr txBox="1"/>
          <p:nvPr>
            <p:ph hasCustomPrompt="1" idx="4" type="title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8" name="Google Shape;668;p55"/>
          <p:cNvSpPr txBox="1"/>
          <p:nvPr>
            <p:ph idx="5" type="subTitle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669" name="Google Shape;669;p55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670" name="Google Shape;670;p55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671" name="Google Shape;671;p55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55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3" name="Google Shape;673;p55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674" name="Google Shape;674;p55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55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55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6"/>
          <p:cNvSpPr txBox="1"/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9" name="Google Shape;679;p56"/>
          <p:cNvSpPr txBox="1"/>
          <p:nvPr>
            <p:ph idx="1" type="subTitle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0" name="Google Shape;680;p56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81" name="Google Shape;681;p56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682" name="Google Shape;682;p56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56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56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5" name="Google Shape;685;p56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686" name="Google Shape;686;p56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87" name="Google Shape;687;p56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57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690" name="Google Shape;690;p57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691" name="Google Shape;691;p57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692" name="Google Shape;692;p57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693" name="Google Shape;693;p57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694" name="Google Shape;694;p57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695" name="Google Shape;695;p57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696" name="Google Shape;696;p57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697" name="Google Shape;697;p57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698" name="Google Shape;698;p57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699" name="Google Shape;699;p57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700" name="Google Shape;700;p57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57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3" name="Google Shape;703;p58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704" name="Google Shape;704;p58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05" name="Google Shape;705;p58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06" name="Google Shape;706;p58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707" name="Google Shape;707;p58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708" name="Google Shape;708;p58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58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58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0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716" name="Google Shape;716;p60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717" name="Google Shape;717;p60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718" name="Google Shape;718;p60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719" name="Google Shape;719;p60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720" name="Google Shape;720;p60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721" name="Google Shape;721;p60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722" name="Google Shape;722;p60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723" name="Google Shape;723;p60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724" name="Google Shape;724;p60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725" name="Google Shape;725;p60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726" name="Google Shape;726;p60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727" name="Google Shape;727;p60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728" name="Google Shape;728;p60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729" name="Google Shape;729;p60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0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3" name="Google Shape;733;p61"/>
          <p:cNvSpPr txBox="1"/>
          <p:nvPr>
            <p:ph hasCustomPrompt="1"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34" name="Google Shape;734;p61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35" name="Google Shape;735;p61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736" name="Google Shape;736;p61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37" name="Google Shape;737;p61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38" name="Google Shape;738;p61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1" name="Google Shape;741;p62"/>
          <p:cNvSpPr txBox="1"/>
          <p:nvPr>
            <p:ph idx="1" type="body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/>
        </p:txBody>
      </p:sp>
      <p:cxnSp>
        <p:nvCxnSpPr>
          <p:cNvPr id="742" name="Google Shape;742;p62"/>
          <p:cNvCxnSpPr/>
          <p:nvPr/>
        </p:nvCxnSpPr>
        <p:spPr>
          <a:xfrm flipH="1" rot="-5400000">
            <a:off x="-1741502" y="1903025"/>
            <a:ext cx="4581000" cy="342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743" name="Google Shape;743;p62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744" name="Google Shape;744;p62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45" name="Google Shape;745;p62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46" name="Google Shape;746;p62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9" name="Google Shape;749;p63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0" name="Google Shape;750;p63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1" name="Google Shape;751;p63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52" name="Google Shape;752;p63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753" name="Google Shape;753;p63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754" name="Google Shape;754;p63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55" name="Google Shape;755;p63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56" name="Google Shape;756;p63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57" name="Google Shape;757;p63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758" name="Google Shape;758;p63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759" name="Google Shape;759;p63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63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63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63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65" name="Google Shape;765;p64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766" name="Google Shape;766;p6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6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8" name="Google Shape;768;p64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769" name="Google Shape;769;p64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70" name="Google Shape;770;p64"/>
            <p:cNvCxnSpPr/>
            <p:nvPr/>
          </p:nvCxnSpPr>
          <p:spPr>
            <a:xfrm flipH="1" rot="-5400000">
              <a:off x="-2079325" y="1859333"/>
              <a:ext cx="4747800" cy="149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5"/>
          <p:cNvSpPr txBox="1"/>
          <p:nvPr>
            <p:ph idx="1" type="subTitle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/>
        </p:txBody>
      </p:sp>
      <p:sp>
        <p:nvSpPr>
          <p:cNvPr id="773" name="Google Shape;773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74" name="Google Shape;774;p65"/>
          <p:cNvGrpSpPr/>
          <p:nvPr/>
        </p:nvGrpSpPr>
        <p:grpSpPr>
          <a:xfrm>
            <a:off x="144288" y="147077"/>
            <a:ext cx="454046" cy="1101386"/>
            <a:chOff x="144288" y="147077"/>
            <a:chExt cx="454046" cy="1101386"/>
          </a:xfrm>
        </p:grpSpPr>
        <p:sp>
          <p:nvSpPr>
            <p:cNvPr id="775" name="Google Shape;775;p65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65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65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65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9" name="Google Shape;779;p65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780" name="Google Shape;780;p65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81" name="Google Shape;781;p65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6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784" name="Google Shape;784;p66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85" name="Google Shape;785;p66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86" name="Google Shape;786;p66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87" name="Google Shape;787;p66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88" name="Google Shape;788;p66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7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1" name="Google Shape;791;p67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792" name="Google Shape;792;p67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793" name="Google Shape;793;p67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794" name="Google Shape;794;p67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7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7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7" name="Google Shape;797;p67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798" name="Google Shape;798;p67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99" name="Google Shape;799;p67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6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2" name="Google Shape;802;p68"/>
          <p:cNvSpPr txBox="1"/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9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05" name="Google Shape;805;p69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806" name="Google Shape;806;p69"/>
          <p:cNvGrpSpPr/>
          <p:nvPr/>
        </p:nvGrpSpPr>
        <p:grpSpPr>
          <a:xfrm>
            <a:off x="-135425" y="-190387"/>
            <a:ext cx="9421725" cy="5232813"/>
            <a:chOff x="-135425" y="-190387"/>
            <a:chExt cx="9421725" cy="5232813"/>
          </a:xfrm>
        </p:grpSpPr>
        <p:cxnSp>
          <p:nvCxnSpPr>
            <p:cNvPr id="807" name="Google Shape;807;p69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08" name="Google Shape;808;p69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09" name="Google Shape;809;p69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10" name="Google Shape;810;p69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11" name="Google Shape;811;p69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812" name="Google Shape;812;p69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813" name="Google Shape;813;p69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9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9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9" name="Google Shape;819;p71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0" name="Google Shape;820;p71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1" name="Google Shape;821;p71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2" name="Google Shape;822;p71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>
            <p:ph hasCustomPrompt="1"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4" name="Google Shape;824;p71"/>
          <p:cNvSpPr txBox="1"/>
          <p:nvPr>
            <p:ph hasCustomPrompt="1"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5" name="Google Shape;825;p71"/>
          <p:cNvSpPr txBox="1"/>
          <p:nvPr>
            <p:ph hasCustomPrompt="1"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6" name="Google Shape;826;p71"/>
          <p:cNvSpPr txBox="1"/>
          <p:nvPr>
            <p:ph hasCustomPrompt="1"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7" name="Google Shape;827;p71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28" name="Google Shape;828;p71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29" name="Google Shape;829;p71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0" name="Google Shape;830;p71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831" name="Google Shape;831;p71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832" name="Google Shape;832;p71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71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71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71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836" name="Google Shape;836;p71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37" name="Google Shape;837;p71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40" name="Google Shape;840;p72"/>
          <p:cNvGrpSpPr/>
          <p:nvPr/>
        </p:nvGrpSpPr>
        <p:grpSpPr>
          <a:xfrm>
            <a:off x="199188" y="123990"/>
            <a:ext cx="422946" cy="368845"/>
            <a:chOff x="8576588" y="4496315"/>
            <a:chExt cx="422946" cy="368845"/>
          </a:xfrm>
        </p:grpSpPr>
        <p:sp>
          <p:nvSpPr>
            <p:cNvPr id="841" name="Google Shape;841;p72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72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72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844" name="Google Shape;844;p72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fmla="val 3258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45" name="Google Shape;845;p72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48" name="Google Shape;848;p73"/>
          <p:cNvGrpSpPr/>
          <p:nvPr/>
        </p:nvGrpSpPr>
        <p:grpSpPr>
          <a:xfrm>
            <a:off x="8430763" y="-10"/>
            <a:ext cx="422946" cy="368845"/>
            <a:chOff x="8576588" y="4496315"/>
            <a:chExt cx="422946" cy="368845"/>
          </a:xfrm>
        </p:grpSpPr>
        <p:sp>
          <p:nvSpPr>
            <p:cNvPr id="849" name="Google Shape;849;p73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73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73"/>
          <p:cNvGrpSpPr/>
          <p:nvPr/>
        </p:nvGrpSpPr>
        <p:grpSpPr>
          <a:xfrm flipH="1" rot="10800000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852" name="Google Shape;852;p73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fmla="val 434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53" name="Google Shape;853;p73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4"/>
          <p:cNvSpPr txBox="1"/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6" name="Google Shape;856;p74"/>
          <p:cNvSpPr txBox="1"/>
          <p:nvPr>
            <p:ph idx="1" type="subTitle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857" name="Google Shape;857;p74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858" name="Google Shape;858;p74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74"/>
            <p:cNvSpPr/>
            <p:nvPr/>
          </p:nvSpPr>
          <p:spPr>
            <a:xfrm>
              <a:off x="14882235" y="888343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74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74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862" name="Google Shape;862;p74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63" name="Google Shape;863;p74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64" name="Google Shape;864;p74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fmla="val 4548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65" name="Google Shape;865;p74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75"/>
          <p:cNvSpPr txBox="1"/>
          <p:nvPr>
            <p:ph idx="1" type="subTitle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9" name="Google Shape;869;p75"/>
          <p:cNvSpPr txBox="1"/>
          <p:nvPr>
            <p:ph idx="2" type="subTitle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70" name="Google Shape;870;p75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871" name="Google Shape;871;p75"/>
            <p:cNvCxnSpPr/>
            <p:nvPr/>
          </p:nvCxnSpPr>
          <p:spPr>
            <a:xfrm flipH="1" rot="-5400000">
              <a:off x="6857075" y="1775500"/>
              <a:ext cx="4097100" cy="187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72" name="Google Shape;872;p75"/>
            <p:cNvCxnSpPr/>
            <p:nvPr/>
          </p:nvCxnSpPr>
          <p:spPr>
            <a:xfrm flipH="1" rot="10800000">
              <a:off x="667900" y="4271400"/>
              <a:ext cx="2765700" cy="96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73" name="Google Shape;873;p75"/>
            <p:cNvCxnSpPr/>
            <p:nvPr/>
          </p:nvCxnSpPr>
          <p:spPr>
            <a:xfrm flipH="1" rot="5400000">
              <a:off x="7318025" y="3907700"/>
              <a:ext cx="3045000" cy="33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74" name="Google Shape;874;p75"/>
            <p:cNvCxnSpPr/>
            <p:nvPr/>
          </p:nvCxnSpPr>
          <p:spPr>
            <a:xfrm flipH="1" rot="5400000">
              <a:off x="7083950" y="4541675"/>
              <a:ext cx="3325500" cy="317400"/>
            </a:xfrm>
            <a:prstGeom prst="bentConnector3">
              <a:avLst>
                <a:gd fmla="val 6457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75" name="Google Shape;875;p75"/>
            <p:cNvCxnSpPr/>
            <p:nvPr/>
          </p:nvCxnSpPr>
          <p:spPr>
            <a:xfrm flipH="1" rot="10800000">
              <a:off x="-320650" y="4087825"/>
              <a:ext cx="5808300" cy="878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76" name="Google Shape;876;p75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77" name="Google Shape;877;p75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878" name="Google Shape;878;p75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879" name="Google Shape;879;p75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75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75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6"/>
          <p:cNvSpPr txBox="1"/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4" name="Google Shape;884;p76"/>
          <p:cNvSpPr txBox="1"/>
          <p:nvPr>
            <p:ph idx="1" type="subTitle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85" name="Google Shape;885;p76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886" name="Google Shape;886;p76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87" name="Google Shape;887;p76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888" name="Google Shape;888;p7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889" name="Google Shape;889;p7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7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3" name="Google Shape;893;p77"/>
          <p:cNvSpPr txBox="1"/>
          <p:nvPr>
            <p:ph idx="1" type="subTitle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94" name="Google Shape;894;p77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895" name="Google Shape;895;p77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96" name="Google Shape;896;p77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97" name="Google Shape;897;p77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98" name="Google Shape;898;p77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899" name="Google Shape;899;p77"/>
          <p:cNvGrpSpPr/>
          <p:nvPr/>
        </p:nvGrpSpPr>
        <p:grpSpPr>
          <a:xfrm>
            <a:off x="8618643" y="1192466"/>
            <a:ext cx="400449" cy="2933146"/>
            <a:chOff x="7553711" y="-2334286"/>
            <a:chExt cx="455625" cy="3337292"/>
          </a:xfrm>
        </p:grpSpPr>
        <p:sp>
          <p:nvSpPr>
            <p:cNvPr id="900" name="Google Shape;900;p7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7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7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5" name="Google Shape;905;p78"/>
          <p:cNvSpPr txBox="1"/>
          <p:nvPr>
            <p:ph idx="1" type="subTitle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6" name="Google Shape;906;p78"/>
          <p:cNvSpPr txBox="1"/>
          <p:nvPr>
            <p:ph idx="2" type="subTitle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7" name="Google Shape;907;p78"/>
          <p:cNvSpPr txBox="1"/>
          <p:nvPr>
            <p:ph idx="3" type="subTitle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08" name="Google Shape;908;p78"/>
          <p:cNvSpPr txBox="1"/>
          <p:nvPr>
            <p:ph idx="4" type="subTitle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909" name="Google Shape;909;p78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910" name="Google Shape;910;p78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911" name="Google Shape;911;p78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fmla="val 81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912" name="Google Shape;912;p78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cxnSp>
          <p:nvCxnSpPr>
            <p:cNvPr id="913" name="Google Shape;913;p78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fmla="val 4694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14" name="Google Shape;914;p78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15" name="Google Shape;915;p78"/>
          <p:cNvGrpSpPr/>
          <p:nvPr/>
        </p:nvGrpSpPr>
        <p:grpSpPr>
          <a:xfrm>
            <a:off x="8430781" y="-10172"/>
            <a:ext cx="568753" cy="4875332"/>
            <a:chOff x="8430781" y="-10172"/>
            <a:chExt cx="568753" cy="4875332"/>
          </a:xfrm>
        </p:grpSpPr>
        <p:grpSp>
          <p:nvGrpSpPr>
            <p:cNvPr id="916" name="Google Shape;916;p78"/>
            <p:cNvGrpSpPr/>
            <p:nvPr/>
          </p:nvGrpSpPr>
          <p:grpSpPr>
            <a:xfrm>
              <a:off x="8576588" y="4496315"/>
              <a:ext cx="422946" cy="368845"/>
              <a:chOff x="8576588" y="4496315"/>
              <a:chExt cx="422946" cy="368845"/>
            </a:xfrm>
          </p:grpSpPr>
          <p:sp>
            <p:nvSpPr>
              <p:cNvPr id="917" name="Google Shape;917;p78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78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9" name="Google Shape;919;p78"/>
            <p:cNvGrpSpPr/>
            <p:nvPr/>
          </p:nvGrpSpPr>
          <p:grpSpPr>
            <a:xfrm>
              <a:off x="8430781" y="-10172"/>
              <a:ext cx="290111" cy="925970"/>
              <a:chOff x="8430781" y="3939190"/>
              <a:chExt cx="290111" cy="925970"/>
            </a:xfrm>
          </p:grpSpPr>
          <p:sp>
            <p:nvSpPr>
              <p:cNvPr id="920" name="Google Shape;920;p78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78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4" name="Google Shape;924;p79"/>
          <p:cNvSpPr txBox="1"/>
          <p:nvPr>
            <p:ph idx="1" type="subTitle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5" name="Google Shape;925;p79"/>
          <p:cNvSpPr txBox="1"/>
          <p:nvPr>
            <p:ph idx="2" type="subTitle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926" name="Google Shape;926;p79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927" name="Google Shape;927;p79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28" name="Google Shape;928;p79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29" name="Google Shape;929;p79"/>
            <p:cNvCxnSpPr/>
            <p:nvPr/>
          </p:nvCxnSpPr>
          <p:spPr>
            <a:xfrm flipH="1" rot="-5400000">
              <a:off x="6680600" y="138925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0" name="Google Shape;930;p79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1" name="Google Shape;931;p79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2" name="Google Shape;932;p79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3" name="Google Shape;933;p79"/>
            <p:cNvCxnSpPr/>
            <p:nvPr/>
          </p:nvCxnSpPr>
          <p:spPr>
            <a:xfrm flipH="1" rot="-5400000">
              <a:off x="-1623700" y="-109780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4" name="Google Shape;934;p79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35" name="Google Shape;935;p79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936" name="Google Shape;936;p79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37" name="Google Shape;937;p79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38" name="Google Shape;938;p79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39" name="Google Shape;939;p79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40" name="Google Shape;940;p79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80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3" name="Google Shape;943;p80"/>
          <p:cNvSpPr txBox="1"/>
          <p:nvPr>
            <p:ph idx="2" type="subTitle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4" name="Google Shape;944;p80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5" name="Google Shape;945;p8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6" name="Google Shape;946;p80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47" name="Google Shape;947;p80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48" name="Google Shape;948;p80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949" name="Google Shape;949;p80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950" name="Google Shape;950;p80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80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80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3" name="Google Shape;953;p80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954" name="Google Shape;954;p80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55" name="Google Shape;955;p80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56" name="Google Shape;956;p80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57" name="Google Shape;957;p80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1"/>
          <p:cNvSpPr txBox="1"/>
          <p:nvPr>
            <p:ph idx="1" type="subTitle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81"/>
          <p:cNvSpPr txBox="1"/>
          <p:nvPr>
            <p:ph idx="2" type="subTitle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1" name="Google Shape;961;p81"/>
          <p:cNvSpPr txBox="1"/>
          <p:nvPr>
            <p:ph idx="3" type="subTitle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8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3" name="Google Shape;963;p81"/>
          <p:cNvSpPr txBox="1"/>
          <p:nvPr>
            <p:ph idx="4" type="subTitle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64" name="Google Shape;964;p81"/>
          <p:cNvSpPr txBox="1"/>
          <p:nvPr>
            <p:ph idx="5" type="subTitle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65" name="Google Shape;965;p81"/>
          <p:cNvSpPr txBox="1"/>
          <p:nvPr>
            <p:ph idx="6" type="subTitle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966" name="Google Shape;966;p81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967" name="Google Shape;967;p81"/>
            <p:cNvSpPr/>
            <p:nvPr/>
          </p:nvSpPr>
          <p:spPr>
            <a:xfrm>
              <a:off x="8937302" y="74717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81"/>
            <p:cNvSpPr/>
            <p:nvPr/>
          </p:nvSpPr>
          <p:spPr>
            <a:xfrm>
              <a:off x="8577884" y="2792122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81"/>
            <p:cNvSpPr/>
            <p:nvPr/>
          </p:nvSpPr>
          <p:spPr>
            <a:xfrm>
              <a:off x="8577868" y="4353966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0" name="Google Shape;970;p81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971" name="Google Shape;971;p81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9059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72" name="Google Shape;972;p81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947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5" name="Google Shape;975;p82"/>
          <p:cNvSpPr txBox="1"/>
          <p:nvPr>
            <p:ph idx="1" type="subTitle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6" name="Google Shape;976;p82"/>
          <p:cNvSpPr txBox="1"/>
          <p:nvPr>
            <p:ph idx="2" type="subTitle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7" name="Google Shape;977;p82"/>
          <p:cNvSpPr txBox="1"/>
          <p:nvPr>
            <p:ph idx="3" type="subTitle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8" name="Google Shape;978;p82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9" name="Google Shape;979;p82"/>
          <p:cNvSpPr txBox="1"/>
          <p:nvPr>
            <p:ph idx="5" type="subTitle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0" name="Google Shape;980;p82"/>
          <p:cNvSpPr txBox="1"/>
          <p:nvPr>
            <p:ph idx="6" type="subTitle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1" name="Google Shape;981;p82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2" name="Google Shape;982;p82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983" name="Google Shape;983;p82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984" name="Google Shape;984;p82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85" name="Google Shape;985;p82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86" name="Google Shape;986;p82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87" name="Google Shape;987;p82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88" name="Google Shape;988;p82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989" name="Google Shape;989;p8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82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82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82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82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6" name="Google Shape;996;p83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7" name="Google Shape;997;p83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8" name="Google Shape;998;p83"/>
          <p:cNvSpPr txBox="1"/>
          <p:nvPr>
            <p:ph idx="3" type="subTitle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9" name="Google Shape;999;p83"/>
          <p:cNvSpPr txBox="1"/>
          <p:nvPr>
            <p:ph idx="4" type="subTitle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0" name="Google Shape;1000;p83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1" name="Google Shape;1001;p83"/>
          <p:cNvSpPr txBox="1"/>
          <p:nvPr>
            <p:ph idx="6" type="subTitle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2" name="Google Shape;1002;p83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3" name="Google Shape;1003;p83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4" name="Google Shape;1004;p83"/>
          <p:cNvSpPr txBox="1"/>
          <p:nvPr>
            <p:ph idx="9" type="subTitle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5" name="Google Shape;1005;p83"/>
          <p:cNvSpPr txBox="1"/>
          <p:nvPr>
            <p:ph idx="13" type="subTitle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6" name="Google Shape;1006;p83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7" name="Google Shape;1007;p83"/>
          <p:cNvSpPr txBox="1"/>
          <p:nvPr>
            <p:ph idx="15" type="subTitle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008" name="Google Shape;1008;p8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009" name="Google Shape;1009;p83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fmla="val -366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10" name="Google Shape;1010;p8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011" name="Google Shape;1011;p83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1012" name="Google Shape;1012;p83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83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83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84"/>
          <p:cNvSpPr txBox="1"/>
          <p:nvPr>
            <p:ph hasCustomPrompt="1"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7" name="Google Shape;1017;p84"/>
          <p:cNvSpPr txBox="1"/>
          <p:nvPr>
            <p:ph idx="1" type="subTitle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8" name="Google Shape;1018;p84"/>
          <p:cNvSpPr txBox="1"/>
          <p:nvPr>
            <p:ph hasCustomPrompt="1" idx="2" type="title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9" name="Google Shape;1019;p84"/>
          <p:cNvSpPr txBox="1"/>
          <p:nvPr>
            <p:ph idx="3" type="subTitle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0" name="Google Shape;1020;p84"/>
          <p:cNvSpPr txBox="1"/>
          <p:nvPr>
            <p:ph hasCustomPrompt="1" idx="4" type="title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1" name="Google Shape;1021;p84"/>
          <p:cNvSpPr txBox="1"/>
          <p:nvPr>
            <p:ph idx="5" type="subTitle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022" name="Google Shape;1022;p84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1023" name="Google Shape;1023;p84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1024" name="Google Shape;1024;p84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84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6" name="Google Shape;1026;p84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1027" name="Google Shape;1027;p84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84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84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5"/>
          <p:cNvSpPr txBox="1"/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2" name="Google Shape;1032;p85"/>
          <p:cNvSpPr txBox="1"/>
          <p:nvPr>
            <p:ph idx="1" type="subTitle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3" name="Google Shape;1033;p85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34" name="Google Shape;1034;p85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035" name="Google Shape;1035;p85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85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85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8" name="Google Shape;1038;p85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1039" name="Google Shape;1039;p85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40" name="Google Shape;1040;p85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2" name="Google Shape;1042;p86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043" name="Google Shape;1043;p86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044" name="Google Shape;1044;p86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045" name="Google Shape;1045;p86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046" name="Google Shape;1046;p86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047" name="Google Shape;1047;p86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048" name="Google Shape;1048;p86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049" name="Google Shape;1049;p86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1050" name="Google Shape;1050;p86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051" name="Google Shape;1051;p86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1052" name="Google Shape;1052;p86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1053" name="Google Shape;1053;p86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86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6" name="Google Shape;1056;p87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1057" name="Google Shape;1057;p87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58" name="Google Shape;1058;p87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59" name="Google Shape;1059;p87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060" name="Google Shape;1060;p87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1061" name="Google Shape;1061;p8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8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8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51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29" Type="http://schemas.openxmlformats.org/officeDocument/2006/relationships/theme" Target="../theme/theme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6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6.xml"/><Relationship Id="rId22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79.xml"/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4.xml"/><Relationship Id="rId27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29" Type="http://schemas.openxmlformats.org/officeDocument/2006/relationships/theme" Target="../theme/theme3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0" name="Google Shape;360;p30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  <p:sldLayoutId id="2147483703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3" name="Google Shape;713;p59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  <p:sldLayoutId id="2147483730" r:id="rId27"/>
    <p:sldLayoutId id="2147483731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drive.google.com/file/d/1qvJa9Gm-UTmTkd-2cQUFOu5LQRBb_V5U/view" TargetMode="External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NCDYNplwcE6YycDj4FcfPWXkQ4EgrGxJ/view" TargetMode="External"/><Relationship Id="rId4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Ml7NuvK4GawnuNO72NClYr8TT9falVVa/view" TargetMode="External"/><Relationship Id="rId4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uM5bndeW_pTs5_1yuUuJ-0J-q--mLvqG/view" TargetMode="External"/><Relationship Id="rId4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88"/>
          <p:cNvSpPr txBox="1"/>
          <p:nvPr>
            <p:ph type="ctrTitle"/>
          </p:nvPr>
        </p:nvSpPr>
        <p:spPr>
          <a:xfrm>
            <a:off x="4157700" y="990500"/>
            <a:ext cx="4260000" cy="220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Real-Time Interactive Metahuman Development Using AI 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Comparative Study of OpenAI Realtime API vs  Local Execution with Whisper SR, ChatGPT (GPT-3.5 Turbo), and OpenAI TTS</a:t>
            </a:r>
            <a:endParaRPr sz="1400"/>
          </a:p>
        </p:txBody>
      </p:sp>
      <p:sp>
        <p:nvSpPr>
          <p:cNvPr id="1069" name="Google Shape;1069;p88"/>
          <p:cNvSpPr txBox="1"/>
          <p:nvPr>
            <p:ph idx="1" type="subTitle"/>
          </p:nvPr>
        </p:nvSpPr>
        <p:spPr>
          <a:xfrm>
            <a:off x="4157700" y="3313950"/>
            <a:ext cx="4260000" cy="77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COM495 Presentation by J</a:t>
            </a:r>
            <a:r>
              <a:rPr lang="en"/>
              <a:t>ingjing Chang, Sababa Ahmed, Rahil Aggarwal-Wheeler</a:t>
            </a:r>
            <a:endParaRPr/>
          </a:p>
        </p:txBody>
      </p:sp>
      <p:cxnSp>
        <p:nvCxnSpPr>
          <p:cNvPr id="1070" name="Google Shape;1070;p88"/>
          <p:cNvCxnSpPr>
            <a:endCxn id="1069" idx="1"/>
          </p:cNvCxnSpPr>
          <p:nvPr/>
        </p:nvCxnSpPr>
        <p:spPr>
          <a:xfrm flipH="1" rot="-5400000">
            <a:off x="1987200" y="1530450"/>
            <a:ext cx="3995700" cy="345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071" name="Google Shape;1071;p88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1072" name="Google Shape;1072;p88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1073" name="Google Shape;1073;p88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rect b="b" l="l" r="r" t="t"/>
                <a:pathLst>
                  <a:path extrusionOk="0" h="4231" w="4231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88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rect b="b" l="l" r="r" t="t"/>
                <a:pathLst>
                  <a:path extrusionOk="0" h="4231" w="423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88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88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rect b="b" l="l" r="r" t="t"/>
                <a:pathLst>
                  <a:path extrusionOk="0" h="2505" w="2505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88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rect b="b" l="l" r="r" t="t"/>
                <a:pathLst>
                  <a:path extrusionOk="0" h="2504" w="2504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88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88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rect b="b" l="l" r="r" t="t"/>
                <a:pathLst>
                  <a:path extrusionOk="0" h="4231" w="423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88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rect b="b" l="l" r="r" t="t"/>
                <a:pathLst>
                  <a:path extrusionOk="0" h="8058" w="34075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88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rect b="b" l="l" r="r" t="t"/>
                <a:pathLst>
                  <a:path extrusionOk="0" h="8887" w="12074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88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rect b="b" l="l" r="r" t="t"/>
                <a:pathLst>
                  <a:path extrusionOk="0" h="8454" w="11833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88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rect b="b" l="l" r="r" t="t"/>
                <a:pathLst>
                  <a:path extrusionOk="0" h="25679" w="30761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88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rect b="b" l="l" r="r" t="t"/>
                <a:pathLst>
                  <a:path extrusionOk="0" h="25639" w="30778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88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rect b="b" l="l" r="r" t="t"/>
                <a:pathLst>
                  <a:path extrusionOk="0" h="22819" w="30732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88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rect b="b" l="l" r="r" t="t"/>
                <a:pathLst>
                  <a:path extrusionOk="0" h="19608" w="28401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88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rect b="b" l="l" r="r" t="t"/>
                <a:pathLst>
                  <a:path extrusionOk="0" h="19384" w="28216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88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rect b="b" l="l" r="r" t="t"/>
                <a:pathLst>
                  <a:path extrusionOk="0" h="12466" w="15176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88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rect b="b" l="l" r="r" t="t"/>
                <a:pathLst>
                  <a:path extrusionOk="0" h="11638" w="13531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88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rect b="b" l="l" r="r" t="t"/>
                <a:pathLst>
                  <a:path extrusionOk="0" h="22393" w="17363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88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rect b="b" l="l" r="r" t="t"/>
                <a:pathLst>
                  <a:path extrusionOk="0" h="17697" w="12155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88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rect b="b" l="l" r="r" t="t"/>
                <a:pathLst>
                  <a:path extrusionOk="0" h="4473" w="13237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88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rect b="b" l="l" r="r" t="t"/>
                <a:pathLst>
                  <a:path extrusionOk="0" h="13737" w="16149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88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rect b="b" l="l" r="r" t="t"/>
                <a:pathLst>
                  <a:path extrusionOk="0" h="8109" w="13945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88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rect b="b" l="l" r="r" t="t"/>
                <a:pathLst>
                  <a:path extrusionOk="0" h="4975" w="11884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88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rect b="b" l="l" r="r" t="t"/>
                <a:pathLst>
                  <a:path extrusionOk="0" h="1966" w="7073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88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rect b="b" l="l" r="r" t="t"/>
                <a:pathLst>
                  <a:path extrusionOk="0" h="7402" w="13271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88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rect b="b" l="l" r="r" t="t"/>
                <a:pathLst>
                  <a:path extrusionOk="0" h="8483" w="16961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88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rect b="b" l="l" r="r" t="t"/>
                <a:pathLst>
                  <a:path extrusionOk="0" h="3718" w="404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88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rect b="b" l="l" r="r" t="t"/>
                <a:pathLst>
                  <a:path extrusionOk="0" h="3758" w="5105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88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rect b="b" l="l" r="r" t="t"/>
                <a:pathLst>
                  <a:path extrusionOk="0" h="3995" w="1842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88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rect b="b" l="l" r="r" t="t"/>
                <a:pathLst>
                  <a:path extrusionOk="0" h="1284" w="1831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88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rect b="b" l="l" r="r" t="t"/>
                <a:pathLst>
                  <a:path extrusionOk="0" h="5653" w="3506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88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rect b="b" l="l" r="r" t="t"/>
                <a:pathLst>
                  <a:path extrusionOk="0" h="5779" w="3011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88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rect b="b" l="l" r="r" t="t"/>
                <a:pathLst>
                  <a:path extrusionOk="0" h="14624" w="12472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88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rect b="b" l="l" r="r" t="t"/>
                <a:pathLst>
                  <a:path extrusionOk="0" h="2159" w="18704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88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rect b="b" l="l" r="r" t="t"/>
                <a:pathLst>
                  <a:path extrusionOk="0" h="617" w="547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88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rect b="b" l="l" r="r" t="t"/>
                <a:pathLst>
                  <a:path extrusionOk="0" h="3793" w="1417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88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rect b="b" l="l" r="r" t="t"/>
                <a:pathLst>
                  <a:path extrusionOk="0" h="1693" w="1429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88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rect b="b" l="l" r="r" t="t"/>
                <a:pathLst>
                  <a:path extrusionOk="0" h="2821" w="2004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88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rect b="b" l="l" r="r" t="t"/>
                <a:pathLst>
                  <a:path extrusionOk="0" h="2545" w="2521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88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rect b="b" l="l" r="r" t="t"/>
                <a:pathLst>
                  <a:path extrusionOk="0" h="3989" w="4599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88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rect b="b" l="l" r="r" t="t"/>
                <a:pathLst>
                  <a:path extrusionOk="0" h="5652" w="6936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88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rect b="b" l="l" r="r" t="t"/>
                <a:pathLst>
                  <a:path extrusionOk="0" h="10832" w="2879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88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rect b="b" l="l" r="r" t="t"/>
                <a:pathLst>
                  <a:path extrusionOk="0" h="10832" w="2021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88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rect b="b" l="l" r="r" t="t"/>
                <a:pathLst>
                  <a:path extrusionOk="0" h="10832" w="2901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88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rect b="b" l="l" r="r" t="t"/>
                <a:pathLst>
                  <a:path extrusionOk="0" h="10832" w="1451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88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rect b="b" l="l" r="r" t="t"/>
                <a:pathLst>
                  <a:path extrusionOk="0" h="3333" w="669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88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rect b="b" l="l" r="r" t="t"/>
                <a:pathLst>
                  <a:path extrusionOk="0" h="1123" w="278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88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rect b="b" l="l" r="r" t="t"/>
                <a:pathLst>
                  <a:path extrusionOk="0" h="1123" w="1141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88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rect b="b" l="l" r="r" t="t"/>
                <a:pathLst>
                  <a:path extrusionOk="0" h="761" w="1474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88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rect b="b" l="l" r="r" t="t"/>
                <a:pathLst>
                  <a:path extrusionOk="0" h="4893" w="1693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88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rect b="b" l="l" r="r" t="t"/>
                <a:pathLst>
                  <a:path extrusionOk="0" h="3851" w="2095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88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rect b="b" l="l" r="r" t="t"/>
                <a:pathLst>
                  <a:path extrusionOk="0" h="11516" w="1276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25" name="Google Shape;1125;p88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1126" name="Google Shape;1126;p88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rect b="b" l="l" r="r" t="t"/>
                  <a:pathLst>
                    <a:path extrusionOk="0" h="427" w="2441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7" name="Google Shape;1127;p88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8" name="Google Shape;1128;p88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1129" name="Google Shape;1129;p88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rect b="b" l="l" r="r" t="t"/>
                  <a:pathLst>
                    <a:path extrusionOk="0" h="427" w="3903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0" name="Google Shape;1130;p88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rect b="b" l="l" r="r" t="t"/>
                  <a:pathLst>
                    <a:path extrusionOk="0" h="421" w="1428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1" name="Google Shape;1131;p88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rect b="b" l="l" r="r" t="t"/>
                  <a:pathLst>
                    <a:path extrusionOk="0" h="421" w="1974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2" name="Google Shape;1132;p88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rect b="b" l="l" r="r" t="t"/>
                  <a:pathLst>
                    <a:path extrusionOk="0" h="421" w="2361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3" name="Google Shape;1133;p88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rect b="b" l="l" r="r" t="t"/>
                  <a:pathLst>
                    <a:path extrusionOk="0" h="421" w="1946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34" name="Google Shape;1134;p88"/>
            <p:cNvSpPr/>
            <p:nvPr/>
          </p:nvSpPr>
          <p:spPr>
            <a:xfrm>
              <a:off x="1049321" y="900579"/>
              <a:ext cx="136492" cy="136492"/>
            </a:xfrm>
            <a:custGeom>
              <a:rect b="b" l="l" r="r" t="t"/>
              <a:pathLst>
                <a:path extrusionOk="0" h="4231" w="4231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35" name="Google Shape;1135;p88" title="12月7日 opening end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000" y="-205475"/>
            <a:ext cx="7405978" cy="555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89"/>
          <p:cNvSpPr txBox="1"/>
          <p:nvPr>
            <p:ph type="ctrTitle"/>
          </p:nvPr>
        </p:nvSpPr>
        <p:spPr>
          <a:xfrm>
            <a:off x="4157700" y="990500"/>
            <a:ext cx="4260000" cy="220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Real-Time Interactive Metahuman Development Using AI 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Comparative Study of OpenAI Realtime API vs  Local Execution with Whisper SR, ChatGPT (GPT-3.5 Turbo), and OpenAI TTS</a:t>
            </a:r>
            <a:endParaRPr sz="1400"/>
          </a:p>
        </p:txBody>
      </p:sp>
      <p:sp>
        <p:nvSpPr>
          <p:cNvPr id="1141" name="Google Shape;1141;p89"/>
          <p:cNvSpPr txBox="1"/>
          <p:nvPr>
            <p:ph idx="1" type="subTitle"/>
          </p:nvPr>
        </p:nvSpPr>
        <p:spPr>
          <a:xfrm>
            <a:off x="4157700" y="3313950"/>
            <a:ext cx="4260000" cy="77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COM495 Presentation by Jingjing Chang, Sababa Ahmed, Rahil Aggarwal-Wheeler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Advisor: Prof. </a:t>
            </a:r>
            <a:r>
              <a:rPr lang="en"/>
              <a:t>S. James Lee</a:t>
            </a:r>
            <a:endParaRPr/>
          </a:p>
        </p:txBody>
      </p:sp>
      <p:cxnSp>
        <p:nvCxnSpPr>
          <p:cNvPr id="1142" name="Google Shape;1142;p89"/>
          <p:cNvCxnSpPr>
            <a:endCxn id="1141" idx="1"/>
          </p:cNvCxnSpPr>
          <p:nvPr/>
        </p:nvCxnSpPr>
        <p:spPr>
          <a:xfrm flipH="1" rot="-5400000">
            <a:off x="1987200" y="1530450"/>
            <a:ext cx="3995700" cy="345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143" name="Google Shape;1143;p89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1144" name="Google Shape;1144;p89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1145" name="Google Shape;1145;p89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rect b="b" l="l" r="r" t="t"/>
                <a:pathLst>
                  <a:path extrusionOk="0" h="4231" w="4231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89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rect b="b" l="l" r="r" t="t"/>
                <a:pathLst>
                  <a:path extrusionOk="0" h="4231" w="423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89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89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rect b="b" l="l" r="r" t="t"/>
                <a:pathLst>
                  <a:path extrusionOk="0" h="2505" w="2505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89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rect b="b" l="l" r="r" t="t"/>
                <a:pathLst>
                  <a:path extrusionOk="0" h="2504" w="2504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89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89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rect b="b" l="l" r="r" t="t"/>
                <a:pathLst>
                  <a:path extrusionOk="0" h="4231" w="423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89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rect b="b" l="l" r="r" t="t"/>
                <a:pathLst>
                  <a:path extrusionOk="0" h="8058" w="34075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89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rect b="b" l="l" r="r" t="t"/>
                <a:pathLst>
                  <a:path extrusionOk="0" h="8887" w="12074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89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rect b="b" l="l" r="r" t="t"/>
                <a:pathLst>
                  <a:path extrusionOk="0" h="8454" w="11833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89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rect b="b" l="l" r="r" t="t"/>
                <a:pathLst>
                  <a:path extrusionOk="0" h="25679" w="30761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89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rect b="b" l="l" r="r" t="t"/>
                <a:pathLst>
                  <a:path extrusionOk="0" h="25639" w="30778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89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rect b="b" l="l" r="r" t="t"/>
                <a:pathLst>
                  <a:path extrusionOk="0" h="22819" w="30732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89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rect b="b" l="l" r="r" t="t"/>
                <a:pathLst>
                  <a:path extrusionOk="0" h="19608" w="28401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89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rect b="b" l="l" r="r" t="t"/>
                <a:pathLst>
                  <a:path extrusionOk="0" h="19384" w="28216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89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rect b="b" l="l" r="r" t="t"/>
                <a:pathLst>
                  <a:path extrusionOk="0" h="12466" w="15176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89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rect b="b" l="l" r="r" t="t"/>
                <a:pathLst>
                  <a:path extrusionOk="0" h="11638" w="13531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89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rect b="b" l="l" r="r" t="t"/>
                <a:pathLst>
                  <a:path extrusionOk="0" h="22393" w="17363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89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rect b="b" l="l" r="r" t="t"/>
                <a:pathLst>
                  <a:path extrusionOk="0" h="17697" w="12155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89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rect b="b" l="l" r="r" t="t"/>
                <a:pathLst>
                  <a:path extrusionOk="0" h="4473" w="13237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89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rect b="b" l="l" r="r" t="t"/>
                <a:pathLst>
                  <a:path extrusionOk="0" h="13737" w="16149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89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rect b="b" l="l" r="r" t="t"/>
                <a:pathLst>
                  <a:path extrusionOk="0" h="8109" w="13945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89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rect b="b" l="l" r="r" t="t"/>
                <a:pathLst>
                  <a:path extrusionOk="0" h="4975" w="11884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89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rect b="b" l="l" r="r" t="t"/>
                <a:pathLst>
                  <a:path extrusionOk="0" h="1966" w="7073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89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rect b="b" l="l" r="r" t="t"/>
                <a:pathLst>
                  <a:path extrusionOk="0" h="7402" w="13271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89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rect b="b" l="l" r="r" t="t"/>
                <a:pathLst>
                  <a:path extrusionOk="0" h="8483" w="16961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89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rect b="b" l="l" r="r" t="t"/>
                <a:pathLst>
                  <a:path extrusionOk="0" h="3718" w="404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89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rect b="b" l="l" r="r" t="t"/>
                <a:pathLst>
                  <a:path extrusionOk="0" h="3758" w="5105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89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rect b="b" l="l" r="r" t="t"/>
                <a:pathLst>
                  <a:path extrusionOk="0" h="3995" w="1842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89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rect b="b" l="l" r="r" t="t"/>
                <a:pathLst>
                  <a:path extrusionOk="0" h="1284" w="1831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89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rect b="b" l="l" r="r" t="t"/>
                <a:pathLst>
                  <a:path extrusionOk="0" h="5653" w="3506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89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rect b="b" l="l" r="r" t="t"/>
                <a:pathLst>
                  <a:path extrusionOk="0" h="5779" w="3011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89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rect b="b" l="l" r="r" t="t"/>
                <a:pathLst>
                  <a:path extrusionOk="0" h="14624" w="12472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89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rect b="b" l="l" r="r" t="t"/>
                <a:pathLst>
                  <a:path extrusionOk="0" h="2159" w="18704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89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rect b="b" l="l" r="r" t="t"/>
                <a:pathLst>
                  <a:path extrusionOk="0" h="617" w="547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89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rect b="b" l="l" r="r" t="t"/>
                <a:pathLst>
                  <a:path extrusionOk="0" h="3793" w="1417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89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rect b="b" l="l" r="r" t="t"/>
                <a:pathLst>
                  <a:path extrusionOk="0" h="1693" w="1429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89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rect b="b" l="l" r="r" t="t"/>
                <a:pathLst>
                  <a:path extrusionOk="0" h="2821" w="2004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89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rect b="b" l="l" r="r" t="t"/>
                <a:pathLst>
                  <a:path extrusionOk="0" h="2545" w="2521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89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rect b="b" l="l" r="r" t="t"/>
                <a:pathLst>
                  <a:path extrusionOk="0" h="3989" w="4599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89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rect b="b" l="l" r="r" t="t"/>
                <a:pathLst>
                  <a:path extrusionOk="0" h="5652" w="6936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89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rect b="b" l="l" r="r" t="t"/>
                <a:pathLst>
                  <a:path extrusionOk="0" h="10832" w="2879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89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rect b="b" l="l" r="r" t="t"/>
                <a:pathLst>
                  <a:path extrusionOk="0" h="10832" w="2021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89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rect b="b" l="l" r="r" t="t"/>
                <a:pathLst>
                  <a:path extrusionOk="0" h="10832" w="2901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89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rect b="b" l="l" r="r" t="t"/>
                <a:pathLst>
                  <a:path extrusionOk="0" h="10832" w="1451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89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rect b="b" l="l" r="r" t="t"/>
                <a:pathLst>
                  <a:path extrusionOk="0" h="3333" w="669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89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rect b="b" l="l" r="r" t="t"/>
                <a:pathLst>
                  <a:path extrusionOk="0" h="1123" w="278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89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rect b="b" l="l" r="r" t="t"/>
                <a:pathLst>
                  <a:path extrusionOk="0" h="1123" w="1141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89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rect b="b" l="l" r="r" t="t"/>
                <a:pathLst>
                  <a:path extrusionOk="0" h="761" w="1474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89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rect b="b" l="l" r="r" t="t"/>
                <a:pathLst>
                  <a:path extrusionOk="0" h="4893" w="1693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89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rect b="b" l="l" r="r" t="t"/>
                <a:pathLst>
                  <a:path extrusionOk="0" h="3851" w="2095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89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rect b="b" l="l" r="r" t="t"/>
                <a:pathLst>
                  <a:path extrusionOk="0" h="11516" w="1276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97" name="Google Shape;1197;p89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1198" name="Google Shape;1198;p89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rect b="b" l="l" r="r" t="t"/>
                  <a:pathLst>
                    <a:path extrusionOk="0" h="427" w="2441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9" name="Google Shape;1199;p89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89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1201" name="Google Shape;1201;p89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rect b="b" l="l" r="r" t="t"/>
                  <a:pathLst>
                    <a:path extrusionOk="0" h="427" w="3903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2" name="Google Shape;1202;p89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rect b="b" l="l" r="r" t="t"/>
                  <a:pathLst>
                    <a:path extrusionOk="0" h="421" w="1428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89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rect b="b" l="l" r="r" t="t"/>
                  <a:pathLst>
                    <a:path extrusionOk="0" h="421" w="1974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4" name="Google Shape;1204;p89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rect b="b" l="l" r="r" t="t"/>
                  <a:pathLst>
                    <a:path extrusionOk="0" h="421" w="2361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89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rect b="b" l="l" r="r" t="t"/>
                  <a:pathLst>
                    <a:path extrusionOk="0" h="421" w="1946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206" name="Google Shape;1206;p89"/>
            <p:cNvSpPr/>
            <p:nvPr/>
          </p:nvSpPr>
          <p:spPr>
            <a:xfrm>
              <a:off x="1049321" y="900579"/>
              <a:ext cx="136492" cy="136492"/>
            </a:xfrm>
            <a:custGeom>
              <a:rect b="b" l="l" r="r" t="t"/>
              <a:pathLst>
                <a:path extrusionOk="0" h="4231" w="4231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90"/>
          <p:cNvSpPr txBox="1"/>
          <p:nvPr>
            <p:ph type="title"/>
          </p:nvPr>
        </p:nvSpPr>
        <p:spPr>
          <a:xfrm>
            <a:off x="720000" y="2938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212" name="Google Shape;1212;p90"/>
          <p:cNvSpPr txBox="1"/>
          <p:nvPr>
            <p:ph idx="3" type="subTitle"/>
          </p:nvPr>
        </p:nvSpPr>
        <p:spPr>
          <a:xfrm>
            <a:off x="2917226" y="2838575"/>
            <a:ext cx="55068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Overview, Implementation Steps, Challenges Faced</a:t>
            </a:r>
            <a:endParaRPr/>
          </a:p>
        </p:txBody>
      </p:sp>
      <p:sp>
        <p:nvSpPr>
          <p:cNvPr id="1213" name="Google Shape;1213;p90"/>
          <p:cNvSpPr txBox="1"/>
          <p:nvPr>
            <p:ph idx="1" type="subTitle"/>
          </p:nvPr>
        </p:nvSpPr>
        <p:spPr>
          <a:xfrm>
            <a:off x="2917223" y="12019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Objective, Why Metahumans?</a:t>
            </a:r>
            <a:endParaRPr/>
          </a:p>
        </p:txBody>
      </p:sp>
      <p:sp>
        <p:nvSpPr>
          <p:cNvPr id="1214" name="Google Shape;1214;p90"/>
          <p:cNvSpPr txBox="1"/>
          <p:nvPr>
            <p:ph idx="2" type="subTitle"/>
          </p:nvPr>
        </p:nvSpPr>
        <p:spPr>
          <a:xfrm>
            <a:off x="2917226" y="2020250"/>
            <a:ext cx="55068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Component, Technologies Involved</a:t>
            </a:r>
            <a:endParaRPr/>
          </a:p>
        </p:txBody>
      </p:sp>
      <p:sp>
        <p:nvSpPr>
          <p:cNvPr id="1215" name="Google Shape;1215;p90"/>
          <p:cNvSpPr txBox="1"/>
          <p:nvPr>
            <p:ph idx="4" type="subTitle"/>
          </p:nvPr>
        </p:nvSpPr>
        <p:spPr>
          <a:xfrm>
            <a:off x="2917223" y="36569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Status, Preliminary Comparison</a:t>
            </a:r>
            <a:endParaRPr/>
          </a:p>
        </p:txBody>
      </p:sp>
      <p:sp>
        <p:nvSpPr>
          <p:cNvPr id="1216" name="Google Shape;1216;p90"/>
          <p:cNvSpPr txBox="1"/>
          <p:nvPr>
            <p:ph idx="5" type="title"/>
          </p:nvPr>
        </p:nvSpPr>
        <p:spPr>
          <a:xfrm>
            <a:off x="1986273" y="942150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17" name="Google Shape;1217;p90"/>
          <p:cNvSpPr txBox="1"/>
          <p:nvPr>
            <p:ph idx="7" type="title"/>
          </p:nvPr>
        </p:nvSpPr>
        <p:spPr>
          <a:xfrm>
            <a:off x="1986273" y="1760467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18" name="Google Shape;1218;p90"/>
          <p:cNvSpPr txBox="1"/>
          <p:nvPr>
            <p:ph idx="8" type="title"/>
          </p:nvPr>
        </p:nvSpPr>
        <p:spPr>
          <a:xfrm>
            <a:off x="1986273" y="3397100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19" name="Google Shape;1219;p90"/>
          <p:cNvSpPr txBox="1"/>
          <p:nvPr>
            <p:ph idx="6" type="title"/>
          </p:nvPr>
        </p:nvSpPr>
        <p:spPr>
          <a:xfrm>
            <a:off x="1986273" y="2578783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20" name="Google Shape;1220;p90"/>
          <p:cNvSpPr txBox="1"/>
          <p:nvPr>
            <p:ph idx="9" type="subTitle"/>
          </p:nvPr>
        </p:nvSpPr>
        <p:spPr>
          <a:xfrm>
            <a:off x="2917223" y="94215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221" name="Google Shape;1221;p90"/>
          <p:cNvSpPr txBox="1"/>
          <p:nvPr>
            <p:ph idx="13" type="subTitle"/>
          </p:nvPr>
        </p:nvSpPr>
        <p:spPr>
          <a:xfrm>
            <a:off x="2917227" y="176050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222" name="Google Shape;1222;p90"/>
          <p:cNvSpPr txBox="1"/>
          <p:nvPr>
            <p:ph idx="14" type="subTitle"/>
          </p:nvPr>
        </p:nvSpPr>
        <p:spPr>
          <a:xfrm>
            <a:off x="2917223" y="257877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223" name="Google Shape;1223;p90"/>
          <p:cNvSpPr txBox="1"/>
          <p:nvPr>
            <p:ph idx="15" type="subTitle"/>
          </p:nvPr>
        </p:nvSpPr>
        <p:spPr>
          <a:xfrm>
            <a:off x="2917227" y="3397101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and Results</a:t>
            </a:r>
            <a:endParaRPr/>
          </a:p>
        </p:txBody>
      </p:sp>
      <p:sp>
        <p:nvSpPr>
          <p:cNvPr id="1224" name="Google Shape;1224;p90"/>
          <p:cNvSpPr txBox="1"/>
          <p:nvPr>
            <p:ph idx="4" type="subTitle"/>
          </p:nvPr>
        </p:nvSpPr>
        <p:spPr>
          <a:xfrm>
            <a:off x="2917223" y="4475225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Semester Goals, Long-Term Vision</a:t>
            </a:r>
            <a:endParaRPr/>
          </a:p>
        </p:txBody>
      </p:sp>
      <p:sp>
        <p:nvSpPr>
          <p:cNvPr id="1225" name="Google Shape;1225;p90"/>
          <p:cNvSpPr txBox="1"/>
          <p:nvPr>
            <p:ph idx="8" type="title"/>
          </p:nvPr>
        </p:nvSpPr>
        <p:spPr>
          <a:xfrm>
            <a:off x="1986273" y="4215425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26" name="Google Shape;1226;p90"/>
          <p:cNvSpPr txBox="1"/>
          <p:nvPr>
            <p:ph idx="15" type="subTitle"/>
          </p:nvPr>
        </p:nvSpPr>
        <p:spPr>
          <a:xfrm>
            <a:off x="2917227" y="421542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Plans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91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232" name="Google Shape;1232;p91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Objective, Why Metahumans?</a:t>
            </a:r>
            <a:endParaRPr/>
          </a:p>
        </p:txBody>
      </p:sp>
      <p:sp>
        <p:nvSpPr>
          <p:cNvPr id="1233" name="Google Shape;1233;p91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234" name="Google Shape;1234;p91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1235" name="Google Shape;1235;p91"/>
            <p:cNvSpPr/>
            <p:nvPr/>
          </p:nvSpPr>
          <p:spPr>
            <a:xfrm>
              <a:off x="8185993" y="219687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91"/>
            <p:cNvSpPr/>
            <p:nvPr/>
          </p:nvSpPr>
          <p:spPr>
            <a:xfrm>
              <a:off x="5504532" y="4432120"/>
              <a:ext cx="3102092" cy="126184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7" name="Google Shape;1237;p91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1238" name="Google Shape;1238;p91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rect b="b" l="l" r="r" t="t"/>
                <a:pathLst>
                  <a:path extrusionOk="0" h="5428" w="18123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91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rect b="b" l="l" r="r" t="t"/>
                <a:pathLst>
                  <a:path extrusionOk="0" h="29368" w="39237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91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rect b="b" l="l" r="r" t="t"/>
                <a:pathLst>
                  <a:path extrusionOk="0" h="26433" w="39237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91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rect b="b" l="l" r="r" t="t"/>
                <a:pathLst>
                  <a:path extrusionOk="0" h="23193" w="36291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91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rect b="b" l="l" r="r" t="t"/>
                <a:pathLst>
                  <a:path extrusionOk="0" h="22962" w="36061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3" name="Google Shape;1243;p91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1244" name="Google Shape;1244;p91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1245" name="Google Shape;1245;p91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rect b="b" l="l" r="r" t="t"/>
                  <a:pathLst>
                    <a:path extrusionOk="0" h="14745" w="15055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1905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6" name="Google Shape;1246;p91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rect b="b" l="l" r="r" t="t"/>
                  <a:pathLst>
                    <a:path extrusionOk="0" h="12402" w="12627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47" name="Google Shape;1247;p91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rect b="b" l="l" r="r" t="t"/>
                <a:pathLst>
                  <a:path extrusionOk="0" h="5082" w="6303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8" name="Google Shape;1248;p91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1249" name="Google Shape;1249;p91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rect b="b" l="l" r="r" t="t"/>
                <a:pathLst>
                  <a:path extrusionOk="0" h="14704" w="15016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91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rect b="b" l="l" r="r" t="t"/>
                <a:pathLst>
                  <a:path extrusionOk="0" h="12368" w="12587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91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rect b="b" l="l" r="r" t="t"/>
                <a:pathLst>
                  <a:path extrusionOk="0" h="5060" w="6273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2" name="Google Shape;1252;p91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1253" name="Google Shape;1253;p91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rect b="b" l="l" r="r" t="t"/>
                <a:pathLst>
                  <a:path extrusionOk="0" h="13813" w="13812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91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rect b="b" l="l" r="r" t="t"/>
                <a:pathLst>
                  <a:path extrusionOk="0" h="16661" w="16662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91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rect b="b" l="l" r="r" t="t"/>
                <a:pathLst>
                  <a:path extrusionOk="0" h="9566" w="8777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56" name="Google Shape;1256;p91"/>
            <p:cNvSpPr/>
            <p:nvPr/>
          </p:nvSpPr>
          <p:spPr>
            <a:xfrm>
              <a:off x="8399355" y="3558815"/>
              <a:ext cx="337021" cy="271928"/>
            </a:xfrm>
            <a:custGeom>
              <a:rect b="b" l="l" r="r" t="t"/>
              <a:pathLst>
                <a:path extrusionOk="0" fill="none" h="4282" w="5307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91"/>
            <p:cNvSpPr/>
            <p:nvPr/>
          </p:nvSpPr>
          <p:spPr>
            <a:xfrm>
              <a:off x="6054669" y="4040401"/>
              <a:ext cx="411957" cy="412274"/>
            </a:xfrm>
            <a:custGeom>
              <a:rect b="b" l="l" r="r" t="t"/>
              <a:pathLst>
                <a:path extrusionOk="0" fill="none" h="6492" w="6487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91"/>
            <p:cNvSpPr/>
            <p:nvPr/>
          </p:nvSpPr>
          <p:spPr>
            <a:xfrm>
              <a:off x="6379556" y="178092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9" name="Google Shape;1259;p91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1260" name="Google Shape;1260;p91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rect b="b" l="l" r="r" t="t"/>
                <a:pathLst>
                  <a:path extrusionOk="0" h="13767" w="13767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91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rect b="b" l="l" r="r" t="t"/>
                <a:pathLst>
                  <a:path extrusionOk="0" h="16604" w="16615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91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rect b="b" l="l" r="r" t="t"/>
                <a:pathLst>
                  <a:path extrusionOk="0" fill="none" h="6487" w="6492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28575">
                <a:solidFill>
                  <a:schemeClr val="accent4"/>
                </a:solidFill>
                <a:prstDash val="solid"/>
                <a:miter lim="57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3" name="Google Shape;1263;p91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1264" name="Google Shape;1264;p91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91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91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1267" name="Google Shape;1267;p91"/>
          <p:cNvCxnSpPr>
            <a:stCxn id="1232" idx="3"/>
          </p:cNvCxnSpPr>
          <p:nvPr/>
        </p:nvCxnSpPr>
        <p:spPr>
          <a:xfrm flipH="1" rot="10800000">
            <a:off x="4764900" y="1058050"/>
            <a:ext cx="240900" cy="2436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68" name="Google Shape;1268;p91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9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274" name="Google Shape;1274;p92"/>
          <p:cNvSpPr txBox="1"/>
          <p:nvPr>
            <p:ph idx="1" type="subTitle"/>
          </p:nvPr>
        </p:nvSpPr>
        <p:spPr>
          <a:xfrm>
            <a:off x="4827974" y="13365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Sora"/>
                <a:ea typeface="Sora"/>
                <a:cs typeface="Sora"/>
                <a:sym typeface="Sora"/>
              </a:rPr>
              <a:t>Why Metahumans?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in creating lifelike digital avatars for interactive use cases.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92"/>
          <p:cNvSpPr txBox="1"/>
          <p:nvPr>
            <p:ph idx="2" type="subTitle"/>
          </p:nvPr>
        </p:nvSpPr>
        <p:spPr>
          <a:xfrm>
            <a:off x="985475" y="1225075"/>
            <a:ext cx="3318600" cy="23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latin typeface="Sora"/>
                <a:ea typeface="Sora"/>
                <a:cs typeface="Sora"/>
                <a:sym typeface="Sora"/>
              </a:rPr>
              <a:t>Objective: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Explore and compare two approaches to developing a real-time interactive metahuman.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Assess performance in human-like communication.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Envision future functional value (e.g., as an educational tutor or healthcare receptionist).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6" name="Google Shape;127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4975" y="2571750"/>
            <a:ext cx="3824576" cy="215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93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282" name="Google Shape;1282;p93"/>
          <p:cNvSpPr txBox="1"/>
          <p:nvPr>
            <p:ph idx="1" type="subTitle"/>
          </p:nvPr>
        </p:nvSpPr>
        <p:spPr>
          <a:xfrm>
            <a:off x="720000" y="3311500"/>
            <a:ext cx="4044900" cy="5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Component, Technologies Involved</a:t>
            </a:r>
            <a:endParaRPr/>
          </a:p>
        </p:txBody>
      </p:sp>
      <p:sp>
        <p:nvSpPr>
          <p:cNvPr id="1283" name="Google Shape;1283;p93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284" name="Google Shape;1284;p93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1285" name="Google Shape;1285;p93"/>
            <p:cNvSpPr/>
            <p:nvPr/>
          </p:nvSpPr>
          <p:spPr>
            <a:xfrm>
              <a:off x="8185993" y="219687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93"/>
            <p:cNvSpPr/>
            <p:nvPr/>
          </p:nvSpPr>
          <p:spPr>
            <a:xfrm>
              <a:off x="5504532" y="4432120"/>
              <a:ext cx="3102092" cy="126184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7" name="Google Shape;1287;p93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1288" name="Google Shape;1288;p93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rect b="b" l="l" r="r" t="t"/>
                <a:pathLst>
                  <a:path extrusionOk="0" h="5428" w="18123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93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rect b="b" l="l" r="r" t="t"/>
                <a:pathLst>
                  <a:path extrusionOk="0" h="29368" w="39237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93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rect b="b" l="l" r="r" t="t"/>
                <a:pathLst>
                  <a:path extrusionOk="0" h="26433" w="39237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93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rect b="b" l="l" r="r" t="t"/>
                <a:pathLst>
                  <a:path extrusionOk="0" h="23193" w="36291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93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rect b="b" l="l" r="r" t="t"/>
                <a:pathLst>
                  <a:path extrusionOk="0" h="22962" w="36061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3" name="Google Shape;1293;p93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1294" name="Google Shape;1294;p93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1295" name="Google Shape;1295;p93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rect b="b" l="l" r="r" t="t"/>
                  <a:pathLst>
                    <a:path extrusionOk="0" h="14745" w="15055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1905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6" name="Google Shape;1296;p93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rect b="b" l="l" r="r" t="t"/>
                  <a:pathLst>
                    <a:path extrusionOk="0" h="12402" w="12627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97" name="Google Shape;1297;p93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rect b="b" l="l" r="r" t="t"/>
                <a:pathLst>
                  <a:path extrusionOk="0" h="5082" w="6303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8" name="Google Shape;1298;p93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1299" name="Google Shape;1299;p93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rect b="b" l="l" r="r" t="t"/>
                <a:pathLst>
                  <a:path extrusionOk="0" h="14704" w="15016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93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rect b="b" l="l" r="r" t="t"/>
                <a:pathLst>
                  <a:path extrusionOk="0" h="12368" w="12587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93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rect b="b" l="l" r="r" t="t"/>
                <a:pathLst>
                  <a:path extrusionOk="0" h="5060" w="6273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2" name="Google Shape;1302;p93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1303" name="Google Shape;1303;p93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rect b="b" l="l" r="r" t="t"/>
                <a:pathLst>
                  <a:path extrusionOk="0" h="13813" w="13812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93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rect b="b" l="l" r="r" t="t"/>
                <a:pathLst>
                  <a:path extrusionOk="0" h="16661" w="16662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93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rect b="b" l="l" r="r" t="t"/>
                <a:pathLst>
                  <a:path extrusionOk="0" h="9566" w="8777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06" name="Google Shape;1306;p93"/>
            <p:cNvSpPr/>
            <p:nvPr/>
          </p:nvSpPr>
          <p:spPr>
            <a:xfrm>
              <a:off x="8399355" y="3558815"/>
              <a:ext cx="337021" cy="271928"/>
            </a:xfrm>
            <a:custGeom>
              <a:rect b="b" l="l" r="r" t="t"/>
              <a:pathLst>
                <a:path extrusionOk="0" fill="none" h="4282" w="5307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93"/>
            <p:cNvSpPr/>
            <p:nvPr/>
          </p:nvSpPr>
          <p:spPr>
            <a:xfrm>
              <a:off x="6054669" y="4040401"/>
              <a:ext cx="411957" cy="412274"/>
            </a:xfrm>
            <a:custGeom>
              <a:rect b="b" l="l" r="r" t="t"/>
              <a:pathLst>
                <a:path extrusionOk="0" fill="none" h="6492" w="6487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93"/>
            <p:cNvSpPr/>
            <p:nvPr/>
          </p:nvSpPr>
          <p:spPr>
            <a:xfrm>
              <a:off x="6379556" y="178092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09" name="Google Shape;1309;p93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1310" name="Google Shape;1310;p93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rect b="b" l="l" r="r" t="t"/>
                <a:pathLst>
                  <a:path extrusionOk="0" h="13767" w="13767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93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rect b="b" l="l" r="r" t="t"/>
                <a:pathLst>
                  <a:path extrusionOk="0" h="16604" w="16615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93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rect b="b" l="l" r="r" t="t"/>
                <a:pathLst>
                  <a:path extrusionOk="0" fill="none" h="6487" w="6492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28575">
                <a:solidFill>
                  <a:schemeClr val="accent4"/>
                </a:solidFill>
                <a:prstDash val="solid"/>
                <a:miter lim="57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3" name="Google Shape;1313;p93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1314" name="Google Shape;1314;p93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93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93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1317" name="Google Shape;1317;p93"/>
          <p:cNvCxnSpPr>
            <a:stCxn id="1282" idx="3"/>
          </p:cNvCxnSpPr>
          <p:nvPr/>
        </p:nvCxnSpPr>
        <p:spPr>
          <a:xfrm flipH="1" rot="10800000">
            <a:off x="4764900" y="1163500"/>
            <a:ext cx="240900" cy="2436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18" name="Google Shape;1318;p93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94"/>
          <p:cNvSpPr txBox="1"/>
          <p:nvPr>
            <p:ph type="title"/>
          </p:nvPr>
        </p:nvSpPr>
        <p:spPr>
          <a:xfrm>
            <a:off x="720000" y="2261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Components</a:t>
            </a:r>
            <a:endParaRPr/>
          </a:p>
        </p:txBody>
      </p:sp>
      <p:graphicFrame>
        <p:nvGraphicFramePr>
          <p:cNvPr id="1324" name="Google Shape;1324;p94"/>
          <p:cNvGraphicFramePr/>
          <p:nvPr/>
        </p:nvGraphicFramePr>
        <p:xfrm>
          <a:off x="720000" y="90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{2EB50D94-BF8F-4A9D-AA10-9A3716F629BB}</a:tableStyleId>
              </a:tblPr>
              <a:tblGrid>
                <a:gridCol w="3289950"/>
                <a:gridCol w="4414050"/>
              </a:tblGrid>
              <a:tr h="66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5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Speech Recognition</a:t>
                      </a:r>
                      <a:endParaRPr b="1" sz="2000">
                        <a:solidFill>
                          <a:schemeClr val="accent5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Understanding human speech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5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Large Language Model (LLM)</a:t>
                      </a:r>
                      <a:endParaRPr b="1" sz="2000">
                        <a:solidFill>
                          <a:schemeClr val="accent5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Generating contextual, meaningful responses dynamically.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5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Natural Language Processing (NLP)</a:t>
                      </a:r>
                      <a:endParaRPr b="1" sz="2000">
                        <a:solidFill>
                          <a:schemeClr val="accent5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Interpreting user intent and improving conversational flow.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5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Text-to-Speech (TTS)</a:t>
                      </a:r>
                      <a:endParaRPr b="1" sz="2000">
                        <a:solidFill>
                          <a:schemeClr val="accent5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Converting text to lifelike audio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5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Audio2Face Integration</a:t>
                      </a:r>
                      <a:endParaRPr b="1" sz="2000">
                        <a:solidFill>
                          <a:schemeClr val="accent5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Synchronizing speech with metahuman lip movement and expressions.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95"/>
          <p:cNvSpPr/>
          <p:nvPr/>
        </p:nvSpPr>
        <p:spPr>
          <a:xfrm>
            <a:off x="475105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0" name="Google Shape;1330;p95"/>
          <p:cNvSpPr/>
          <p:nvPr/>
        </p:nvSpPr>
        <p:spPr>
          <a:xfrm>
            <a:off x="273245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1" name="Google Shape;1331;p9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Involved</a:t>
            </a:r>
            <a:endParaRPr/>
          </a:p>
        </p:txBody>
      </p:sp>
      <p:sp>
        <p:nvSpPr>
          <p:cNvPr id="1332" name="Google Shape;1332;p95"/>
          <p:cNvSpPr txBox="1"/>
          <p:nvPr>
            <p:ph idx="1" type="subTitle"/>
          </p:nvPr>
        </p:nvSpPr>
        <p:spPr>
          <a:xfrm>
            <a:off x="404675" y="323149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its functionality and strengths</a:t>
            </a:r>
            <a:endParaRPr/>
          </a:p>
        </p:txBody>
      </p:sp>
      <p:sp>
        <p:nvSpPr>
          <p:cNvPr id="1333" name="Google Shape;1333;p95"/>
          <p:cNvSpPr txBox="1"/>
          <p:nvPr>
            <p:ph idx="2" type="subTitle"/>
          </p:nvPr>
        </p:nvSpPr>
        <p:spPr>
          <a:xfrm>
            <a:off x="2579972" y="323149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and usage</a:t>
            </a:r>
            <a:endParaRPr/>
          </a:p>
        </p:txBody>
      </p:sp>
      <p:sp>
        <p:nvSpPr>
          <p:cNvPr id="1334" name="Google Shape;1334;p95"/>
          <p:cNvSpPr txBox="1"/>
          <p:nvPr>
            <p:ph idx="3" type="subTitle"/>
          </p:nvPr>
        </p:nvSpPr>
        <p:spPr>
          <a:xfrm>
            <a:off x="4636350" y="323149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audio-visual alignment</a:t>
            </a:r>
            <a:endParaRPr/>
          </a:p>
        </p:txBody>
      </p:sp>
      <p:sp>
        <p:nvSpPr>
          <p:cNvPr id="1335" name="Google Shape;1335;p95"/>
          <p:cNvSpPr txBox="1"/>
          <p:nvPr>
            <p:ph idx="4" type="subTitle"/>
          </p:nvPr>
        </p:nvSpPr>
        <p:spPr>
          <a:xfrm>
            <a:off x="404675" y="292095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OpenAI Realtime API</a:t>
            </a:r>
            <a:endParaRPr sz="1800"/>
          </a:p>
        </p:txBody>
      </p:sp>
      <p:sp>
        <p:nvSpPr>
          <p:cNvPr id="1336" name="Google Shape;1336;p95"/>
          <p:cNvSpPr txBox="1"/>
          <p:nvPr>
            <p:ph idx="5" type="subTitle"/>
          </p:nvPr>
        </p:nvSpPr>
        <p:spPr>
          <a:xfrm>
            <a:off x="2579972" y="292095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ChatGPT Integration</a:t>
            </a:r>
            <a:endParaRPr sz="1800"/>
          </a:p>
        </p:txBody>
      </p:sp>
      <p:sp>
        <p:nvSpPr>
          <p:cNvPr id="1337" name="Google Shape;1337;p95"/>
          <p:cNvSpPr txBox="1"/>
          <p:nvPr>
            <p:ph idx="6" type="subTitle"/>
          </p:nvPr>
        </p:nvSpPr>
        <p:spPr>
          <a:xfrm>
            <a:off x="4636350" y="292095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NVIDIA Audio2Face</a:t>
            </a:r>
            <a:endParaRPr sz="1800"/>
          </a:p>
        </p:txBody>
      </p:sp>
      <p:grpSp>
        <p:nvGrpSpPr>
          <p:cNvPr id="1338" name="Google Shape;1338;p95"/>
          <p:cNvGrpSpPr/>
          <p:nvPr/>
        </p:nvGrpSpPr>
        <p:grpSpPr>
          <a:xfrm>
            <a:off x="4859075" y="1792504"/>
            <a:ext cx="500353" cy="500435"/>
            <a:chOff x="2291550" y="1480816"/>
            <a:chExt cx="500353" cy="500435"/>
          </a:xfrm>
        </p:grpSpPr>
        <p:sp>
          <p:nvSpPr>
            <p:cNvPr id="1339" name="Google Shape;1339;p95"/>
            <p:cNvSpPr/>
            <p:nvPr/>
          </p:nvSpPr>
          <p:spPr>
            <a:xfrm>
              <a:off x="2291550" y="1480816"/>
              <a:ext cx="352810" cy="59525"/>
            </a:xfrm>
            <a:custGeom>
              <a:rect b="b" l="l" r="r" t="t"/>
              <a:pathLst>
                <a:path extrusionOk="0" h="2181" w="12927">
                  <a:moveTo>
                    <a:pt x="1" y="0"/>
                  </a:moveTo>
                  <a:lnTo>
                    <a:pt x="1" y="2181"/>
                  </a:lnTo>
                  <a:lnTo>
                    <a:pt x="12927" y="2181"/>
                  </a:lnTo>
                  <a:lnTo>
                    <a:pt x="129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95"/>
            <p:cNvSpPr/>
            <p:nvPr/>
          </p:nvSpPr>
          <p:spPr>
            <a:xfrm>
              <a:off x="2673618" y="1480816"/>
              <a:ext cx="118286" cy="59525"/>
            </a:xfrm>
            <a:custGeom>
              <a:rect b="b" l="l" r="r" t="t"/>
              <a:pathLst>
                <a:path extrusionOk="0" h="2181" w="4334">
                  <a:moveTo>
                    <a:pt x="0" y="0"/>
                  </a:moveTo>
                  <a:lnTo>
                    <a:pt x="0" y="2181"/>
                  </a:lnTo>
                  <a:lnTo>
                    <a:pt x="4334" y="2181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95"/>
            <p:cNvSpPr/>
            <p:nvPr/>
          </p:nvSpPr>
          <p:spPr>
            <a:xfrm>
              <a:off x="2291550" y="1569790"/>
              <a:ext cx="500353" cy="411462"/>
            </a:xfrm>
            <a:custGeom>
              <a:rect b="b" l="l" r="r" t="t"/>
              <a:pathLst>
                <a:path extrusionOk="0" h="15076" w="18333">
                  <a:moveTo>
                    <a:pt x="3261" y="2686"/>
                  </a:moveTo>
                  <a:lnTo>
                    <a:pt x="3261" y="3762"/>
                  </a:lnTo>
                  <a:lnTo>
                    <a:pt x="2185" y="3762"/>
                  </a:lnTo>
                  <a:lnTo>
                    <a:pt x="2185" y="2686"/>
                  </a:lnTo>
                  <a:close/>
                  <a:moveTo>
                    <a:pt x="11854" y="2686"/>
                  </a:moveTo>
                  <a:lnTo>
                    <a:pt x="11854" y="3762"/>
                  </a:lnTo>
                  <a:lnTo>
                    <a:pt x="4331" y="3762"/>
                  </a:lnTo>
                  <a:lnTo>
                    <a:pt x="4331" y="2686"/>
                  </a:lnTo>
                  <a:close/>
                  <a:moveTo>
                    <a:pt x="16152" y="2686"/>
                  </a:moveTo>
                  <a:lnTo>
                    <a:pt x="16152" y="3762"/>
                  </a:lnTo>
                  <a:lnTo>
                    <a:pt x="12930" y="3762"/>
                  </a:lnTo>
                  <a:lnTo>
                    <a:pt x="12930" y="2686"/>
                  </a:lnTo>
                  <a:close/>
                  <a:moveTo>
                    <a:pt x="3261" y="4835"/>
                  </a:moveTo>
                  <a:lnTo>
                    <a:pt x="3261" y="5911"/>
                  </a:lnTo>
                  <a:lnTo>
                    <a:pt x="2185" y="5911"/>
                  </a:lnTo>
                  <a:lnTo>
                    <a:pt x="2185" y="4835"/>
                  </a:lnTo>
                  <a:close/>
                  <a:moveTo>
                    <a:pt x="7556" y="4835"/>
                  </a:moveTo>
                  <a:lnTo>
                    <a:pt x="7556" y="5911"/>
                  </a:lnTo>
                  <a:lnTo>
                    <a:pt x="4331" y="5911"/>
                  </a:lnTo>
                  <a:lnTo>
                    <a:pt x="4331" y="4835"/>
                  </a:lnTo>
                  <a:close/>
                  <a:moveTo>
                    <a:pt x="9705" y="4835"/>
                  </a:moveTo>
                  <a:lnTo>
                    <a:pt x="9705" y="5911"/>
                  </a:lnTo>
                  <a:lnTo>
                    <a:pt x="8629" y="5911"/>
                  </a:lnTo>
                  <a:lnTo>
                    <a:pt x="8629" y="4835"/>
                  </a:lnTo>
                  <a:close/>
                  <a:moveTo>
                    <a:pt x="16148" y="4835"/>
                  </a:moveTo>
                  <a:lnTo>
                    <a:pt x="16148" y="5911"/>
                  </a:lnTo>
                  <a:lnTo>
                    <a:pt x="10778" y="5911"/>
                  </a:lnTo>
                  <a:lnTo>
                    <a:pt x="10778" y="4835"/>
                  </a:lnTo>
                  <a:close/>
                  <a:moveTo>
                    <a:pt x="3261" y="6980"/>
                  </a:moveTo>
                  <a:lnTo>
                    <a:pt x="3261" y="8057"/>
                  </a:lnTo>
                  <a:lnTo>
                    <a:pt x="2185" y="8057"/>
                  </a:lnTo>
                  <a:lnTo>
                    <a:pt x="2185" y="6980"/>
                  </a:lnTo>
                  <a:close/>
                  <a:moveTo>
                    <a:pt x="11854" y="6980"/>
                  </a:moveTo>
                  <a:lnTo>
                    <a:pt x="11854" y="8057"/>
                  </a:lnTo>
                  <a:lnTo>
                    <a:pt x="4331" y="8057"/>
                  </a:lnTo>
                  <a:lnTo>
                    <a:pt x="4331" y="6980"/>
                  </a:lnTo>
                  <a:close/>
                  <a:moveTo>
                    <a:pt x="13999" y="6980"/>
                  </a:moveTo>
                  <a:lnTo>
                    <a:pt x="13999" y="8057"/>
                  </a:lnTo>
                  <a:lnTo>
                    <a:pt x="12923" y="8057"/>
                  </a:lnTo>
                  <a:lnTo>
                    <a:pt x="12923" y="6980"/>
                  </a:lnTo>
                  <a:close/>
                  <a:moveTo>
                    <a:pt x="16148" y="6980"/>
                  </a:moveTo>
                  <a:lnTo>
                    <a:pt x="16148" y="8057"/>
                  </a:lnTo>
                  <a:lnTo>
                    <a:pt x="15072" y="8057"/>
                  </a:lnTo>
                  <a:lnTo>
                    <a:pt x="15072" y="6980"/>
                  </a:lnTo>
                  <a:close/>
                  <a:moveTo>
                    <a:pt x="3261" y="9129"/>
                  </a:moveTo>
                  <a:lnTo>
                    <a:pt x="3261" y="10206"/>
                  </a:lnTo>
                  <a:lnTo>
                    <a:pt x="2185" y="10206"/>
                  </a:lnTo>
                  <a:lnTo>
                    <a:pt x="2185" y="9129"/>
                  </a:lnTo>
                  <a:close/>
                  <a:moveTo>
                    <a:pt x="16148" y="9129"/>
                  </a:moveTo>
                  <a:lnTo>
                    <a:pt x="16148" y="10206"/>
                  </a:lnTo>
                  <a:lnTo>
                    <a:pt x="4331" y="10206"/>
                  </a:lnTo>
                  <a:lnTo>
                    <a:pt x="4331" y="9129"/>
                  </a:lnTo>
                  <a:close/>
                  <a:moveTo>
                    <a:pt x="8629" y="11278"/>
                  </a:moveTo>
                  <a:lnTo>
                    <a:pt x="8629" y="12355"/>
                  </a:lnTo>
                  <a:lnTo>
                    <a:pt x="7552" y="12355"/>
                  </a:lnTo>
                  <a:lnTo>
                    <a:pt x="7552" y="11278"/>
                  </a:lnTo>
                  <a:close/>
                  <a:moveTo>
                    <a:pt x="10781" y="11278"/>
                  </a:moveTo>
                  <a:lnTo>
                    <a:pt x="10781" y="12355"/>
                  </a:lnTo>
                  <a:lnTo>
                    <a:pt x="9705" y="12355"/>
                  </a:lnTo>
                  <a:lnTo>
                    <a:pt x="9705" y="11278"/>
                  </a:lnTo>
                  <a:close/>
                  <a:moveTo>
                    <a:pt x="12930" y="11278"/>
                  </a:moveTo>
                  <a:lnTo>
                    <a:pt x="12930" y="12355"/>
                  </a:lnTo>
                  <a:lnTo>
                    <a:pt x="11854" y="12355"/>
                  </a:lnTo>
                  <a:lnTo>
                    <a:pt x="11854" y="11278"/>
                  </a:lnTo>
                  <a:close/>
                  <a:moveTo>
                    <a:pt x="16148" y="11278"/>
                  </a:moveTo>
                  <a:lnTo>
                    <a:pt x="16148" y="12355"/>
                  </a:lnTo>
                  <a:lnTo>
                    <a:pt x="13999" y="12355"/>
                  </a:lnTo>
                  <a:lnTo>
                    <a:pt x="13999" y="11278"/>
                  </a:lnTo>
                  <a:close/>
                  <a:moveTo>
                    <a:pt x="1" y="1"/>
                  </a:moveTo>
                  <a:lnTo>
                    <a:pt x="1" y="15075"/>
                  </a:lnTo>
                  <a:lnTo>
                    <a:pt x="18333" y="15075"/>
                  </a:lnTo>
                  <a:lnTo>
                    <a:pt x="18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2" name="Google Shape;1342;p95"/>
          <p:cNvGrpSpPr/>
          <p:nvPr/>
        </p:nvGrpSpPr>
        <p:grpSpPr>
          <a:xfrm>
            <a:off x="2840318" y="1792457"/>
            <a:ext cx="500654" cy="500544"/>
            <a:chOff x="719993" y="2099482"/>
            <a:chExt cx="500654" cy="500544"/>
          </a:xfrm>
        </p:grpSpPr>
        <p:sp>
          <p:nvSpPr>
            <p:cNvPr id="1343" name="Google Shape;1343;p95"/>
            <p:cNvSpPr/>
            <p:nvPr/>
          </p:nvSpPr>
          <p:spPr>
            <a:xfrm>
              <a:off x="719993" y="2099482"/>
              <a:ext cx="500654" cy="500544"/>
            </a:xfrm>
            <a:custGeom>
              <a:rect b="b" l="l" r="r" t="t"/>
              <a:pathLst>
                <a:path extrusionOk="0" h="18340" w="18344">
                  <a:moveTo>
                    <a:pt x="9716" y="2178"/>
                  </a:moveTo>
                  <a:cubicBezTo>
                    <a:pt x="13138" y="2439"/>
                    <a:pt x="15908" y="5212"/>
                    <a:pt x="16170" y="8632"/>
                  </a:cubicBezTo>
                  <a:lnTo>
                    <a:pt x="14010" y="8632"/>
                  </a:lnTo>
                  <a:lnTo>
                    <a:pt x="14010" y="9701"/>
                  </a:lnTo>
                  <a:lnTo>
                    <a:pt x="16170" y="9701"/>
                  </a:lnTo>
                  <a:cubicBezTo>
                    <a:pt x="15905" y="13127"/>
                    <a:pt x="13131" y="15897"/>
                    <a:pt x="9712" y="16162"/>
                  </a:cubicBezTo>
                  <a:lnTo>
                    <a:pt x="9712" y="14002"/>
                  </a:lnTo>
                  <a:lnTo>
                    <a:pt x="8636" y="14002"/>
                  </a:lnTo>
                  <a:lnTo>
                    <a:pt x="8636" y="16162"/>
                  </a:lnTo>
                  <a:cubicBezTo>
                    <a:pt x="5216" y="15897"/>
                    <a:pt x="2446" y="13127"/>
                    <a:pt x="2185" y="9708"/>
                  </a:cubicBezTo>
                  <a:lnTo>
                    <a:pt x="4341" y="9708"/>
                  </a:lnTo>
                  <a:lnTo>
                    <a:pt x="4341" y="8632"/>
                  </a:lnTo>
                  <a:lnTo>
                    <a:pt x="2185" y="8632"/>
                  </a:lnTo>
                  <a:cubicBezTo>
                    <a:pt x="2446" y="5212"/>
                    <a:pt x="5216" y="2442"/>
                    <a:pt x="8639" y="2178"/>
                  </a:cubicBezTo>
                  <a:lnTo>
                    <a:pt x="8639" y="4334"/>
                  </a:lnTo>
                  <a:lnTo>
                    <a:pt x="9716" y="4334"/>
                  </a:lnTo>
                  <a:lnTo>
                    <a:pt x="9716" y="2178"/>
                  </a:lnTo>
                  <a:close/>
                  <a:moveTo>
                    <a:pt x="8636" y="1"/>
                  </a:moveTo>
                  <a:lnTo>
                    <a:pt x="8636" y="1102"/>
                  </a:lnTo>
                  <a:cubicBezTo>
                    <a:pt x="4620" y="1366"/>
                    <a:pt x="1374" y="4616"/>
                    <a:pt x="1105" y="8632"/>
                  </a:cubicBezTo>
                  <a:lnTo>
                    <a:pt x="1" y="8632"/>
                  </a:lnTo>
                  <a:lnTo>
                    <a:pt x="1" y="9708"/>
                  </a:lnTo>
                  <a:lnTo>
                    <a:pt x="1105" y="9708"/>
                  </a:lnTo>
                  <a:cubicBezTo>
                    <a:pt x="1370" y="13720"/>
                    <a:pt x="4620" y="16967"/>
                    <a:pt x="8636" y="17235"/>
                  </a:cubicBezTo>
                  <a:lnTo>
                    <a:pt x="8636" y="18339"/>
                  </a:lnTo>
                  <a:lnTo>
                    <a:pt x="9712" y="18339"/>
                  </a:lnTo>
                  <a:lnTo>
                    <a:pt x="9712" y="17235"/>
                  </a:lnTo>
                  <a:cubicBezTo>
                    <a:pt x="13724" y="16970"/>
                    <a:pt x="16971" y="13720"/>
                    <a:pt x="17239" y="9708"/>
                  </a:cubicBezTo>
                  <a:lnTo>
                    <a:pt x="18343" y="9708"/>
                  </a:lnTo>
                  <a:lnTo>
                    <a:pt x="18343" y="8632"/>
                  </a:lnTo>
                  <a:lnTo>
                    <a:pt x="17239" y="8632"/>
                  </a:lnTo>
                  <a:cubicBezTo>
                    <a:pt x="16974" y="4616"/>
                    <a:pt x="13724" y="1370"/>
                    <a:pt x="9712" y="1102"/>
                  </a:cubicBezTo>
                  <a:lnTo>
                    <a:pt x="9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95"/>
            <p:cNvSpPr/>
            <p:nvPr/>
          </p:nvSpPr>
          <p:spPr>
            <a:xfrm>
              <a:off x="720212" y="2099482"/>
              <a:ext cx="88919" cy="88919"/>
            </a:xfrm>
            <a:custGeom>
              <a:rect b="b" l="l" r="r" t="t"/>
              <a:pathLst>
                <a:path extrusionOk="0" h="3258" w="3258">
                  <a:moveTo>
                    <a:pt x="0" y="1"/>
                  </a:moveTo>
                  <a:lnTo>
                    <a:pt x="0" y="3258"/>
                  </a:lnTo>
                  <a:lnTo>
                    <a:pt x="1076" y="3258"/>
                  </a:lnTo>
                  <a:lnTo>
                    <a:pt x="1076" y="1077"/>
                  </a:lnTo>
                  <a:lnTo>
                    <a:pt x="3257" y="1077"/>
                  </a:lnTo>
                  <a:lnTo>
                    <a:pt x="32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95"/>
            <p:cNvSpPr/>
            <p:nvPr/>
          </p:nvSpPr>
          <p:spPr>
            <a:xfrm>
              <a:off x="720212" y="2510999"/>
              <a:ext cx="88919" cy="89028"/>
            </a:xfrm>
            <a:custGeom>
              <a:rect b="b" l="l" r="r" t="t"/>
              <a:pathLst>
                <a:path extrusionOk="0" h="3262" w="3258">
                  <a:moveTo>
                    <a:pt x="0" y="1"/>
                  </a:moveTo>
                  <a:lnTo>
                    <a:pt x="0" y="3261"/>
                  </a:lnTo>
                  <a:lnTo>
                    <a:pt x="3257" y="3261"/>
                  </a:lnTo>
                  <a:lnTo>
                    <a:pt x="3257" y="2185"/>
                  </a:lnTo>
                  <a:lnTo>
                    <a:pt x="1076" y="2185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95"/>
            <p:cNvSpPr/>
            <p:nvPr/>
          </p:nvSpPr>
          <p:spPr>
            <a:xfrm>
              <a:off x="1132601" y="2099482"/>
              <a:ext cx="88046" cy="88919"/>
            </a:xfrm>
            <a:custGeom>
              <a:rect b="b" l="l" r="r" t="t"/>
              <a:pathLst>
                <a:path extrusionOk="0" h="3258" w="3226">
                  <a:moveTo>
                    <a:pt x="0" y="1"/>
                  </a:moveTo>
                  <a:lnTo>
                    <a:pt x="0" y="1077"/>
                  </a:lnTo>
                  <a:lnTo>
                    <a:pt x="2149" y="1077"/>
                  </a:lnTo>
                  <a:lnTo>
                    <a:pt x="2149" y="3258"/>
                  </a:lnTo>
                  <a:lnTo>
                    <a:pt x="3225" y="3258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95"/>
            <p:cNvSpPr/>
            <p:nvPr/>
          </p:nvSpPr>
          <p:spPr>
            <a:xfrm>
              <a:off x="1132601" y="2510999"/>
              <a:ext cx="88046" cy="89028"/>
            </a:xfrm>
            <a:custGeom>
              <a:rect b="b" l="l" r="r" t="t"/>
              <a:pathLst>
                <a:path extrusionOk="0" h="3262" w="3226">
                  <a:moveTo>
                    <a:pt x="2149" y="1"/>
                  </a:moveTo>
                  <a:lnTo>
                    <a:pt x="2149" y="2185"/>
                  </a:lnTo>
                  <a:lnTo>
                    <a:pt x="0" y="2185"/>
                  </a:lnTo>
                  <a:lnTo>
                    <a:pt x="0" y="3261"/>
                  </a:lnTo>
                  <a:lnTo>
                    <a:pt x="3225" y="3261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95"/>
            <p:cNvSpPr/>
            <p:nvPr/>
          </p:nvSpPr>
          <p:spPr>
            <a:xfrm>
              <a:off x="867537" y="2247026"/>
              <a:ext cx="205649" cy="205458"/>
            </a:xfrm>
            <a:custGeom>
              <a:rect b="b" l="l" r="r" t="t"/>
              <a:pathLst>
                <a:path extrusionOk="0" h="7528" w="7535">
                  <a:moveTo>
                    <a:pt x="4310" y="3226"/>
                  </a:moveTo>
                  <a:lnTo>
                    <a:pt x="4310" y="4302"/>
                  </a:lnTo>
                  <a:lnTo>
                    <a:pt x="3233" y="4302"/>
                  </a:lnTo>
                  <a:lnTo>
                    <a:pt x="3233" y="3226"/>
                  </a:lnTo>
                  <a:close/>
                  <a:moveTo>
                    <a:pt x="2153" y="1"/>
                  </a:moveTo>
                  <a:lnTo>
                    <a:pt x="2153" y="1077"/>
                  </a:lnTo>
                  <a:lnTo>
                    <a:pt x="1077" y="1077"/>
                  </a:lnTo>
                  <a:lnTo>
                    <a:pt x="1077" y="2153"/>
                  </a:lnTo>
                  <a:lnTo>
                    <a:pt x="1" y="2153"/>
                  </a:lnTo>
                  <a:lnTo>
                    <a:pt x="1" y="3229"/>
                  </a:lnTo>
                  <a:lnTo>
                    <a:pt x="1077" y="3229"/>
                  </a:lnTo>
                  <a:lnTo>
                    <a:pt x="1077" y="4306"/>
                  </a:lnTo>
                  <a:lnTo>
                    <a:pt x="1" y="4306"/>
                  </a:lnTo>
                  <a:lnTo>
                    <a:pt x="1" y="5375"/>
                  </a:lnTo>
                  <a:lnTo>
                    <a:pt x="1077" y="5375"/>
                  </a:lnTo>
                  <a:lnTo>
                    <a:pt x="1077" y="6451"/>
                  </a:lnTo>
                  <a:lnTo>
                    <a:pt x="2153" y="6451"/>
                  </a:lnTo>
                  <a:lnTo>
                    <a:pt x="2153" y="7527"/>
                  </a:lnTo>
                  <a:lnTo>
                    <a:pt x="3230" y="7527"/>
                  </a:lnTo>
                  <a:lnTo>
                    <a:pt x="3230" y="6451"/>
                  </a:lnTo>
                  <a:lnTo>
                    <a:pt x="4306" y="6451"/>
                  </a:lnTo>
                  <a:lnTo>
                    <a:pt x="4306" y="7527"/>
                  </a:lnTo>
                  <a:lnTo>
                    <a:pt x="5382" y="7527"/>
                  </a:lnTo>
                  <a:lnTo>
                    <a:pt x="5382" y="6451"/>
                  </a:lnTo>
                  <a:lnTo>
                    <a:pt x="6459" y="6451"/>
                  </a:lnTo>
                  <a:lnTo>
                    <a:pt x="6459" y="5375"/>
                  </a:lnTo>
                  <a:lnTo>
                    <a:pt x="7535" y="5375"/>
                  </a:lnTo>
                  <a:lnTo>
                    <a:pt x="7535" y="4299"/>
                  </a:lnTo>
                  <a:lnTo>
                    <a:pt x="6459" y="4299"/>
                  </a:lnTo>
                  <a:lnTo>
                    <a:pt x="6459" y="3222"/>
                  </a:lnTo>
                  <a:lnTo>
                    <a:pt x="7535" y="3222"/>
                  </a:lnTo>
                  <a:lnTo>
                    <a:pt x="7535" y="2153"/>
                  </a:lnTo>
                  <a:lnTo>
                    <a:pt x="6459" y="2153"/>
                  </a:lnTo>
                  <a:lnTo>
                    <a:pt x="6459" y="1077"/>
                  </a:lnTo>
                  <a:lnTo>
                    <a:pt x="5382" y="1077"/>
                  </a:lnTo>
                  <a:lnTo>
                    <a:pt x="5382" y="1"/>
                  </a:lnTo>
                  <a:lnTo>
                    <a:pt x="4306" y="1"/>
                  </a:lnTo>
                  <a:lnTo>
                    <a:pt x="4306" y="1077"/>
                  </a:lnTo>
                  <a:lnTo>
                    <a:pt x="3230" y="1077"/>
                  </a:lnTo>
                  <a:lnTo>
                    <a:pt x="32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9" name="Google Shape;1349;p95"/>
          <p:cNvSpPr/>
          <p:nvPr/>
        </p:nvSpPr>
        <p:spPr>
          <a:xfrm>
            <a:off x="55715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50" name="Google Shape;1350;p95"/>
          <p:cNvGrpSpPr/>
          <p:nvPr/>
        </p:nvGrpSpPr>
        <p:grpSpPr>
          <a:xfrm>
            <a:off x="665131" y="1822748"/>
            <a:ext cx="500435" cy="439955"/>
            <a:chOff x="2304569" y="2129723"/>
            <a:chExt cx="500435" cy="439955"/>
          </a:xfrm>
        </p:grpSpPr>
        <p:sp>
          <p:nvSpPr>
            <p:cNvPr id="1351" name="Google Shape;1351;p95"/>
            <p:cNvSpPr/>
            <p:nvPr/>
          </p:nvSpPr>
          <p:spPr>
            <a:xfrm>
              <a:off x="2304569" y="2129723"/>
              <a:ext cx="500353" cy="176091"/>
            </a:xfrm>
            <a:custGeom>
              <a:rect b="b" l="l" r="r" t="t"/>
              <a:pathLst>
                <a:path extrusionOk="0" h="6452" w="18333">
                  <a:moveTo>
                    <a:pt x="9164" y="1"/>
                  </a:moveTo>
                  <a:lnTo>
                    <a:pt x="0" y="3226"/>
                  </a:lnTo>
                  <a:lnTo>
                    <a:pt x="9164" y="6451"/>
                  </a:lnTo>
                  <a:lnTo>
                    <a:pt x="18332" y="3226"/>
                  </a:lnTo>
                  <a:lnTo>
                    <a:pt x="91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95"/>
            <p:cNvSpPr/>
            <p:nvPr/>
          </p:nvSpPr>
          <p:spPr>
            <a:xfrm>
              <a:off x="2304651" y="2277375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0"/>
                  </a:moveTo>
                  <a:lnTo>
                    <a:pt x="1" y="1041"/>
                  </a:lnTo>
                  <a:lnTo>
                    <a:pt x="9165" y="4266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81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95"/>
            <p:cNvSpPr/>
            <p:nvPr/>
          </p:nvSpPr>
          <p:spPr>
            <a:xfrm>
              <a:off x="2304651" y="2365393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0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78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95"/>
            <p:cNvSpPr/>
            <p:nvPr/>
          </p:nvSpPr>
          <p:spPr>
            <a:xfrm>
              <a:off x="2304651" y="2453221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1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1"/>
                  </a:lnTo>
                  <a:lnTo>
                    <a:pt x="9168" y="2181"/>
                  </a:lnTo>
                  <a:lnTo>
                    <a:pt x="2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5" name="Google Shape;1355;p95"/>
          <p:cNvSpPr/>
          <p:nvPr/>
        </p:nvSpPr>
        <p:spPr>
          <a:xfrm>
            <a:off x="701255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6" name="Google Shape;1356;p95"/>
          <p:cNvSpPr txBox="1"/>
          <p:nvPr>
            <p:ph idx="3" type="subTitle"/>
          </p:nvPr>
        </p:nvSpPr>
        <p:spPr>
          <a:xfrm>
            <a:off x="6897850" y="323149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Bringing metahuman animations to life.</a:t>
            </a:r>
            <a:endParaRPr/>
          </a:p>
        </p:txBody>
      </p:sp>
      <p:sp>
        <p:nvSpPr>
          <p:cNvPr id="1357" name="Google Shape;1357;p95"/>
          <p:cNvSpPr txBox="1"/>
          <p:nvPr>
            <p:ph idx="6" type="subTitle"/>
          </p:nvPr>
        </p:nvSpPr>
        <p:spPr>
          <a:xfrm>
            <a:off x="6897850" y="292095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Unreal Engine + Metahuman</a:t>
            </a:r>
            <a:endParaRPr sz="1800"/>
          </a:p>
        </p:txBody>
      </p:sp>
      <p:grpSp>
        <p:nvGrpSpPr>
          <p:cNvPr id="1358" name="Google Shape;1358;p95"/>
          <p:cNvGrpSpPr/>
          <p:nvPr/>
        </p:nvGrpSpPr>
        <p:grpSpPr>
          <a:xfrm>
            <a:off x="7120575" y="1792504"/>
            <a:ext cx="500353" cy="500435"/>
            <a:chOff x="2291550" y="1480816"/>
            <a:chExt cx="500353" cy="500435"/>
          </a:xfrm>
        </p:grpSpPr>
        <p:sp>
          <p:nvSpPr>
            <p:cNvPr id="1359" name="Google Shape;1359;p95"/>
            <p:cNvSpPr/>
            <p:nvPr/>
          </p:nvSpPr>
          <p:spPr>
            <a:xfrm>
              <a:off x="2291550" y="1480816"/>
              <a:ext cx="352810" cy="59525"/>
            </a:xfrm>
            <a:custGeom>
              <a:rect b="b" l="l" r="r" t="t"/>
              <a:pathLst>
                <a:path extrusionOk="0" h="2181" w="12927">
                  <a:moveTo>
                    <a:pt x="1" y="0"/>
                  </a:moveTo>
                  <a:lnTo>
                    <a:pt x="1" y="2181"/>
                  </a:lnTo>
                  <a:lnTo>
                    <a:pt x="12927" y="2181"/>
                  </a:lnTo>
                  <a:lnTo>
                    <a:pt x="129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95"/>
            <p:cNvSpPr/>
            <p:nvPr/>
          </p:nvSpPr>
          <p:spPr>
            <a:xfrm>
              <a:off x="2673618" y="1480816"/>
              <a:ext cx="118286" cy="59525"/>
            </a:xfrm>
            <a:custGeom>
              <a:rect b="b" l="l" r="r" t="t"/>
              <a:pathLst>
                <a:path extrusionOk="0" h="2181" w="4334">
                  <a:moveTo>
                    <a:pt x="0" y="0"/>
                  </a:moveTo>
                  <a:lnTo>
                    <a:pt x="0" y="2181"/>
                  </a:lnTo>
                  <a:lnTo>
                    <a:pt x="4334" y="2181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95"/>
            <p:cNvSpPr/>
            <p:nvPr/>
          </p:nvSpPr>
          <p:spPr>
            <a:xfrm>
              <a:off x="2291550" y="1569790"/>
              <a:ext cx="500353" cy="411462"/>
            </a:xfrm>
            <a:custGeom>
              <a:rect b="b" l="l" r="r" t="t"/>
              <a:pathLst>
                <a:path extrusionOk="0" h="15076" w="18333">
                  <a:moveTo>
                    <a:pt x="3261" y="2686"/>
                  </a:moveTo>
                  <a:lnTo>
                    <a:pt x="3261" y="3762"/>
                  </a:lnTo>
                  <a:lnTo>
                    <a:pt x="2185" y="3762"/>
                  </a:lnTo>
                  <a:lnTo>
                    <a:pt x="2185" y="2686"/>
                  </a:lnTo>
                  <a:close/>
                  <a:moveTo>
                    <a:pt x="11854" y="2686"/>
                  </a:moveTo>
                  <a:lnTo>
                    <a:pt x="11854" y="3762"/>
                  </a:lnTo>
                  <a:lnTo>
                    <a:pt x="4331" y="3762"/>
                  </a:lnTo>
                  <a:lnTo>
                    <a:pt x="4331" y="2686"/>
                  </a:lnTo>
                  <a:close/>
                  <a:moveTo>
                    <a:pt x="16152" y="2686"/>
                  </a:moveTo>
                  <a:lnTo>
                    <a:pt x="16152" y="3762"/>
                  </a:lnTo>
                  <a:lnTo>
                    <a:pt x="12930" y="3762"/>
                  </a:lnTo>
                  <a:lnTo>
                    <a:pt x="12930" y="2686"/>
                  </a:lnTo>
                  <a:close/>
                  <a:moveTo>
                    <a:pt x="3261" y="4835"/>
                  </a:moveTo>
                  <a:lnTo>
                    <a:pt x="3261" y="5911"/>
                  </a:lnTo>
                  <a:lnTo>
                    <a:pt x="2185" y="5911"/>
                  </a:lnTo>
                  <a:lnTo>
                    <a:pt x="2185" y="4835"/>
                  </a:lnTo>
                  <a:close/>
                  <a:moveTo>
                    <a:pt x="7556" y="4835"/>
                  </a:moveTo>
                  <a:lnTo>
                    <a:pt x="7556" y="5911"/>
                  </a:lnTo>
                  <a:lnTo>
                    <a:pt x="4331" y="5911"/>
                  </a:lnTo>
                  <a:lnTo>
                    <a:pt x="4331" y="4835"/>
                  </a:lnTo>
                  <a:close/>
                  <a:moveTo>
                    <a:pt x="9705" y="4835"/>
                  </a:moveTo>
                  <a:lnTo>
                    <a:pt x="9705" y="5911"/>
                  </a:lnTo>
                  <a:lnTo>
                    <a:pt x="8629" y="5911"/>
                  </a:lnTo>
                  <a:lnTo>
                    <a:pt x="8629" y="4835"/>
                  </a:lnTo>
                  <a:close/>
                  <a:moveTo>
                    <a:pt x="16148" y="4835"/>
                  </a:moveTo>
                  <a:lnTo>
                    <a:pt x="16148" y="5911"/>
                  </a:lnTo>
                  <a:lnTo>
                    <a:pt x="10778" y="5911"/>
                  </a:lnTo>
                  <a:lnTo>
                    <a:pt x="10778" y="4835"/>
                  </a:lnTo>
                  <a:close/>
                  <a:moveTo>
                    <a:pt x="3261" y="6980"/>
                  </a:moveTo>
                  <a:lnTo>
                    <a:pt x="3261" y="8057"/>
                  </a:lnTo>
                  <a:lnTo>
                    <a:pt x="2185" y="8057"/>
                  </a:lnTo>
                  <a:lnTo>
                    <a:pt x="2185" y="6980"/>
                  </a:lnTo>
                  <a:close/>
                  <a:moveTo>
                    <a:pt x="11854" y="6980"/>
                  </a:moveTo>
                  <a:lnTo>
                    <a:pt x="11854" y="8057"/>
                  </a:lnTo>
                  <a:lnTo>
                    <a:pt x="4331" y="8057"/>
                  </a:lnTo>
                  <a:lnTo>
                    <a:pt x="4331" y="6980"/>
                  </a:lnTo>
                  <a:close/>
                  <a:moveTo>
                    <a:pt x="13999" y="6980"/>
                  </a:moveTo>
                  <a:lnTo>
                    <a:pt x="13999" y="8057"/>
                  </a:lnTo>
                  <a:lnTo>
                    <a:pt x="12923" y="8057"/>
                  </a:lnTo>
                  <a:lnTo>
                    <a:pt x="12923" y="6980"/>
                  </a:lnTo>
                  <a:close/>
                  <a:moveTo>
                    <a:pt x="16148" y="6980"/>
                  </a:moveTo>
                  <a:lnTo>
                    <a:pt x="16148" y="8057"/>
                  </a:lnTo>
                  <a:lnTo>
                    <a:pt x="15072" y="8057"/>
                  </a:lnTo>
                  <a:lnTo>
                    <a:pt x="15072" y="6980"/>
                  </a:lnTo>
                  <a:close/>
                  <a:moveTo>
                    <a:pt x="3261" y="9129"/>
                  </a:moveTo>
                  <a:lnTo>
                    <a:pt x="3261" y="10206"/>
                  </a:lnTo>
                  <a:lnTo>
                    <a:pt x="2185" y="10206"/>
                  </a:lnTo>
                  <a:lnTo>
                    <a:pt x="2185" y="9129"/>
                  </a:lnTo>
                  <a:close/>
                  <a:moveTo>
                    <a:pt x="16148" y="9129"/>
                  </a:moveTo>
                  <a:lnTo>
                    <a:pt x="16148" y="10206"/>
                  </a:lnTo>
                  <a:lnTo>
                    <a:pt x="4331" y="10206"/>
                  </a:lnTo>
                  <a:lnTo>
                    <a:pt x="4331" y="9129"/>
                  </a:lnTo>
                  <a:close/>
                  <a:moveTo>
                    <a:pt x="8629" y="11278"/>
                  </a:moveTo>
                  <a:lnTo>
                    <a:pt x="8629" y="12355"/>
                  </a:lnTo>
                  <a:lnTo>
                    <a:pt x="7552" y="12355"/>
                  </a:lnTo>
                  <a:lnTo>
                    <a:pt x="7552" y="11278"/>
                  </a:lnTo>
                  <a:close/>
                  <a:moveTo>
                    <a:pt x="10781" y="11278"/>
                  </a:moveTo>
                  <a:lnTo>
                    <a:pt x="10781" y="12355"/>
                  </a:lnTo>
                  <a:lnTo>
                    <a:pt x="9705" y="12355"/>
                  </a:lnTo>
                  <a:lnTo>
                    <a:pt x="9705" y="11278"/>
                  </a:lnTo>
                  <a:close/>
                  <a:moveTo>
                    <a:pt x="12930" y="11278"/>
                  </a:moveTo>
                  <a:lnTo>
                    <a:pt x="12930" y="12355"/>
                  </a:lnTo>
                  <a:lnTo>
                    <a:pt x="11854" y="12355"/>
                  </a:lnTo>
                  <a:lnTo>
                    <a:pt x="11854" y="11278"/>
                  </a:lnTo>
                  <a:close/>
                  <a:moveTo>
                    <a:pt x="16148" y="11278"/>
                  </a:moveTo>
                  <a:lnTo>
                    <a:pt x="16148" y="12355"/>
                  </a:lnTo>
                  <a:lnTo>
                    <a:pt x="13999" y="12355"/>
                  </a:lnTo>
                  <a:lnTo>
                    <a:pt x="13999" y="11278"/>
                  </a:lnTo>
                  <a:close/>
                  <a:moveTo>
                    <a:pt x="1" y="1"/>
                  </a:moveTo>
                  <a:lnTo>
                    <a:pt x="1" y="15075"/>
                  </a:lnTo>
                  <a:lnTo>
                    <a:pt x="18333" y="15075"/>
                  </a:lnTo>
                  <a:lnTo>
                    <a:pt x="18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96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367" name="Google Shape;1367;p96"/>
          <p:cNvSpPr txBox="1"/>
          <p:nvPr>
            <p:ph idx="1" type="subTitle"/>
          </p:nvPr>
        </p:nvSpPr>
        <p:spPr>
          <a:xfrm>
            <a:off x="720000" y="3304263"/>
            <a:ext cx="40449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Steps</a:t>
            </a:r>
            <a:endParaRPr/>
          </a:p>
        </p:txBody>
      </p:sp>
      <p:sp>
        <p:nvSpPr>
          <p:cNvPr id="1368" name="Google Shape;1368;p96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369" name="Google Shape;1369;p96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1370" name="Google Shape;1370;p96"/>
            <p:cNvSpPr/>
            <p:nvPr/>
          </p:nvSpPr>
          <p:spPr>
            <a:xfrm>
              <a:off x="8185993" y="219687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96"/>
            <p:cNvSpPr/>
            <p:nvPr/>
          </p:nvSpPr>
          <p:spPr>
            <a:xfrm>
              <a:off x="5504532" y="4432120"/>
              <a:ext cx="3102092" cy="126184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72" name="Google Shape;1372;p96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1373" name="Google Shape;1373;p96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rect b="b" l="l" r="r" t="t"/>
                <a:pathLst>
                  <a:path extrusionOk="0" h="5428" w="18123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96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rect b="b" l="l" r="r" t="t"/>
                <a:pathLst>
                  <a:path extrusionOk="0" h="29368" w="39237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96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rect b="b" l="l" r="r" t="t"/>
                <a:pathLst>
                  <a:path extrusionOk="0" h="26433" w="39237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96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rect b="b" l="l" r="r" t="t"/>
                <a:pathLst>
                  <a:path extrusionOk="0" h="23193" w="36291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96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rect b="b" l="l" r="r" t="t"/>
                <a:pathLst>
                  <a:path extrusionOk="0" h="22962" w="36061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8" name="Google Shape;1378;p96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1379" name="Google Shape;1379;p96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1380" name="Google Shape;1380;p96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rect b="b" l="l" r="r" t="t"/>
                  <a:pathLst>
                    <a:path extrusionOk="0" h="14745" w="15055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1905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1" name="Google Shape;1381;p96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rect b="b" l="l" r="r" t="t"/>
                  <a:pathLst>
                    <a:path extrusionOk="0" h="12402" w="12627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82" name="Google Shape;1382;p96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rect b="b" l="l" r="r" t="t"/>
                <a:pathLst>
                  <a:path extrusionOk="0" h="5082" w="6303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3" name="Google Shape;1383;p96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1384" name="Google Shape;1384;p96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rect b="b" l="l" r="r" t="t"/>
                <a:pathLst>
                  <a:path extrusionOk="0" h="14704" w="15016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96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rect b="b" l="l" r="r" t="t"/>
                <a:pathLst>
                  <a:path extrusionOk="0" h="12368" w="12587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96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rect b="b" l="l" r="r" t="t"/>
                <a:pathLst>
                  <a:path extrusionOk="0" h="5060" w="6273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7" name="Google Shape;1387;p96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1388" name="Google Shape;1388;p96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rect b="b" l="l" r="r" t="t"/>
                <a:pathLst>
                  <a:path extrusionOk="0" h="13813" w="13812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96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rect b="b" l="l" r="r" t="t"/>
                <a:pathLst>
                  <a:path extrusionOk="0" h="16661" w="16662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96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rect b="b" l="l" r="r" t="t"/>
                <a:pathLst>
                  <a:path extrusionOk="0" h="9566" w="8777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1" name="Google Shape;1391;p96"/>
            <p:cNvSpPr/>
            <p:nvPr/>
          </p:nvSpPr>
          <p:spPr>
            <a:xfrm>
              <a:off x="8399355" y="3558815"/>
              <a:ext cx="337021" cy="271928"/>
            </a:xfrm>
            <a:custGeom>
              <a:rect b="b" l="l" r="r" t="t"/>
              <a:pathLst>
                <a:path extrusionOk="0" fill="none" h="4282" w="5307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96"/>
            <p:cNvSpPr/>
            <p:nvPr/>
          </p:nvSpPr>
          <p:spPr>
            <a:xfrm>
              <a:off x="6054669" y="4040401"/>
              <a:ext cx="411957" cy="412274"/>
            </a:xfrm>
            <a:custGeom>
              <a:rect b="b" l="l" r="r" t="t"/>
              <a:pathLst>
                <a:path extrusionOk="0" fill="none" h="6492" w="6487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96"/>
            <p:cNvSpPr/>
            <p:nvPr/>
          </p:nvSpPr>
          <p:spPr>
            <a:xfrm>
              <a:off x="6379556" y="178092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4" name="Google Shape;1394;p96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1395" name="Google Shape;1395;p96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rect b="b" l="l" r="r" t="t"/>
                <a:pathLst>
                  <a:path extrusionOk="0" h="13767" w="13767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96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rect b="b" l="l" r="r" t="t"/>
                <a:pathLst>
                  <a:path extrusionOk="0" h="16604" w="16615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96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rect b="b" l="l" r="r" t="t"/>
                <a:pathLst>
                  <a:path extrusionOk="0" fill="none" h="6487" w="6492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28575">
                <a:solidFill>
                  <a:schemeClr val="accent4"/>
                </a:solidFill>
                <a:prstDash val="solid"/>
                <a:miter lim="57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8" name="Google Shape;1398;p96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1399" name="Google Shape;1399;p96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96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96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1402" name="Google Shape;1402;p96"/>
          <p:cNvCxnSpPr>
            <a:stCxn id="1367" idx="3"/>
          </p:cNvCxnSpPr>
          <p:nvPr/>
        </p:nvCxnSpPr>
        <p:spPr>
          <a:xfrm flipH="1" rot="10800000">
            <a:off x="4764900" y="1180113"/>
            <a:ext cx="240900" cy="2436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03" name="Google Shape;1403;p96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97"/>
          <p:cNvSpPr/>
          <p:nvPr/>
        </p:nvSpPr>
        <p:spPr>
          <a:xfrm>
            <a:off x="1664050" y="1625500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9" name="Google Shape;1409;p9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Implementation Steps</a:t>
            </a:r>
            <a:endParaRPr/>
          </a:p>
        </p:txBody>
      </p:sp>
      <p:sp>
        <p:nvSpPr>
          <p:cNvPr id="1410" name="Google Shape;1410;p97"/>
          <p:cNvSpPr txBox="1"/>
          <p:nvPr>
            <p:ph idx="1" type="subTitle"/>
          </p:nvPr>
        </p:nvSpPr>
        <p:spPr>
          <a:xfrm>
            <a:off x="5040049" y="3057025"/>
            <a:ext cx="27864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integration for real-time interaction. GPT-4o,  NVIDIA Audio2Face, Unreal Metahuman.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97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Whisper SR, OpenAI GPT-3.5, TTS,</a:t>
            </a:r>
            <a:r>
              <a:rPr lang="en"/>
              <a:t> NVIDIA Audio2Face, Unreal Metahuman.</a:t>
            </a:r>
            <a:endParaRPr/>
          </a:p>
        </p:txBody>
      </p:sp>
      <p:sp>
        <p:nvSpPr>
          <p:cNvPr id="1412" name="Google Shape;1412;p97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OpenAI Realtime API Approach </a:t>
            </a:r>
            <a:endParaRPr sz="1500"/>
          </a:p>
        </p:txBody>
      </p:sp>
      <p:sp>
        <p:nvSpPr>
          <p:cNvPr id="1413" name="Google Shape;1413;p97"/>
          <p:cNvSpPr txBox="1"/>
          <p:nvPr>
            <p:ph idx="4" type="subTitle"/>
          </p:nvPr>
        </p:nvSpPr>
        <p:spPr>
          <a:xfrm>
            <a:off x="1543450" y="2662225"/>
            <a:ext cx="3028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OpenAI  integrated models Approach </a:t>
            </a:r>
            <a:endParaRPr sz="1500"/>
          </a:p>
        </p:txBody>
      </p:sp>
      <p:grpSp>
        <p:nvGrpSpPr>
          <p:cNvPr id="1414" name="Google Shape;1414;p97"/>
          <p:cNvGrpSpPr/>
          <p:nvPr/>
        </p:nvGrpSpPr>
        <p:grpSpPr>
          <a:xfrm>
            <a:off x="1772037" y="1750963"/>
            <a:ext cx="500435" cy="465474"/>
            <a:chOff x="5434200" y="1498338"/>
            <a:chExt cx="500435" cy="465474"/>
          </a:xfrm>
        </p:grpSpPr>
        <p:sp>
          <p:nvSpPr>
            <p:cNvPr id="1415" name="Google Shape;1415;p97"/>
            <p:cNvSpPr/>
            <p:nvPr/>
          </p:nvSpPr>
          <p:spPr>
            <a:xfrm>
              <a:off x="5552458" y="1498338"/>
              <a:ext cx="117330" cy="256959"/>
            </a:xfrm>
            <a:custGeom>
              <a:rect b="b" l="l" r="r" t="t"/>
              <a:pathLst>
                <a:path extrusionOk="0" h="9415" w="4299">
                  <a:moveTo>
                    <a:pt x="3600" y="0"/>
                  </a:moveTo>
                  <a:lnTo>
                    <a:pt x="2153" y="336"/>
                  </a:lnTo>
                  <a:lnTo>
                    <a:pt x="2153" y="932"/>
                  </a:lnTo>
                  <a:lnTo>
                    <a:pt x="3229" y="932"/>
                  </a:lnTo>
                  <a:lnTo>
                    <a:pt x="3229" y="3081"/>
                  </a:lnTo>
                  <a:lnTo>
                    <a:pt x="2153" y="3081"/>
                  </a:lnTo>
                  <a:lnTo>
                    <a:pt x="2153" y="2008"/>
                  </a:lnTo>
                  <a:lnTo>
                    <a:pt x="1077" y="2008"/>
                  </a:lnTo>
                  <a:lnTo>
                    <a:pt x="1077" y="3416"/>
                  </a:lnTo>
                  <a:lnTo>
                    <a:pt x="0" y="3952"/>
                  </a:lnTo>
                  <a:lnTo>
                    <a:pt x="0" y="4157"/>
                  </a:lnTo>
                  <a:lnTo>
                    <a:pt x="2146" y="4157"/>
                  </a:lnTo>
                  <a:lnTo>
                    <a:pt x="2146" y="5233"/>
                  </a:lnTo>
                  <a:lnTo>
                    <a:pt x="0" y="5233"/>
                  </a:lnTo>
                  <a:lnTo>
                    <a:pt x="0" y="5435"/>
                  </a:lnTo>
                  <a:lnTo>
                    <a:pt x="1077" y="5974"/>
                  </a:lnTo>
                  <a:lnTo>
                    <a:pt x="1077" y="7382"/>
                  </a:lnTo>
                  <a:lnTo>
                    <a:pt x="2153" y="7382"/>
                  </a:lnTo>
                  <a:lnTo>
                    <a:pt x="2153" y="6310"/>
                  </a:lnTo>
                  <a:lnTo>
                    <a:pt x="3229" y="6310"/>
                  </a:lnTo>
                  <a:lnTo>
                    <a:pt x="3229" y="8459"/>
                  </a:lnTo>
                  <a:lnTo>
                    <a:pt x="2153" y="8459"/>
                  </a:lnTo>
                  <a:lnTo>
                    <a:pt x="2153" y="8769"/>
                  </a:lnTo>
                  <a:lnTo>
                    <a:pt x="2795" y="9415"/>
                  </a:lnTo>
                  <a:lnTo>
                    <a:pt x="4298" y="8660"/>
                  </a:lnTo>
                  <a:lnTo>
                    <a:pt x="4298" y="5233"/>
                  </a:lnTo>
                  <a:lnTo>
                    <a:pt x="3222" y="5233"/>
                  </a:lnTo>
                  <a:lnTo>
                    <a:pt x="3222" y="4157"/>
                  </a:lnTo>
                  <a:lnTo>
                    <a:pt x="4298" y="4157"/>
                  </a:lnTo>
                  <a:lnTo>
                    <a:pt x="4298" y="678"/>
                  </a:lnTo>
                  <a:lnTo>
                    <a:pt x="36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97"/>
            <p:cNvSpPr/>
            <p:nvPr/>
          </p:nvSpPr>
          <p:spPr>
            <a:xfrm>
              <a:off x="5699046" y="1498338"/>
              <a:ext cx="117522" cy="256959"/>
            </a:xfrm>
            <a:custGeom>
              <a:rect b="b" l="l" r="r" t="t"/>
              <a:pathLst>
                <a:path extrusionOk="0" h="9415" w="4306">
                  <a:moveTo>
                    <a:pt x="706" y="0"/>
                  </a:moveTo>
                  <a:lnTo>
                    <a:pt x="4" y="674"/>
                  </a:lnTo>
                  <a:lnTo>
                    <a:pt x="4" y="4157"/>
                  </a:lnTo>
                  <a:lnTo>
                    <a:pt x="1080" y="4157"/>
                  </a:lnTo>
                  <a:lnTo>
                    <a:pt x="1080" y="5233"/>
                  </a:lnTo>
                  <a:lnTo>
                    <a:pt x="0" y="5233"/>
                  </a:lnTo>
                  <a:lnTo>
                    <a:pt x="0" y="8660"/>
                  </a:lnTo>
                  <a:lnTo>
                    <a:pt x="1503" y="9415"/>
                  </a:lnTo>
                  <a:lnTo>
                    <a:pt x="2149" y="8769"/>
                  </a:lnTo>
                  <a:lnTo>
                    <a:pt x="2149" y="8459"/>
                  </a:lnTo>
                  <a:lnTo>
                    <a:pt x="1076" y="8459"/>
                  </a:lnTo>
                  <a:lnTo>
                    <a:pt x="1076" y="6310"/>
                  </a:lnTo>
                  <a:lnTo>
                    <a:pt x="2153" y="6310"/>
                  </a:lnTo>
                  <a:lnTo>
                    <a:pt x="2153" y="7382"/>
                  </a:lnTo>
                  <a:lnTo>
                    <a:pt x="3229" y="7382"/>
                  </a:lnTo>
                  <a:lnTo>
                    <a:pt x="3229" y="5974"/>
                  </a:lnTo>
                  <a:lnTo>
                    <a:pt x="4305" y="5435"/>
                  </a:lnTo>
                  <a:lnTo>
                    <a:pt x="4305" y="5233"/>
                  </a:lnTo>
                  <a:lnTo>
                    <a:pt x="2156" y="5233"/>
                  </a:lnTo>
                  <a:lnTo>
                    <a:pt x="2156" y="4157"/>
                  </a:lnTo>
                  <a:lnTo>
                    <a:pt x="4305" y="4157"/>
                  </a:lnTo>
                  <a:lnTo>
                    <a:pt x="4305" y="3952"/>
                  </a:lnTo>
                  <a:lnTo>
                    <a:pt x="3229" y="3416"/>
                  </a:lnTo>
                  <a:lnTo>
                    <a:pt x="3229" y="2008"/>
                  </a:lnTo>
                  <a:lnTo>
                    <a:pt x="2153" y="2008"/>
                  </a:lnTo>
                  <a:lnTo>
                    <a:pt x="2153" y="3084"/>
                  </a:lnTo>
                  <a:lnTo>
                    <a:pt x="1076" y="3084"/>
                  </a:lnTo>
                  <a:lnTo>
                    <a:pt x="1076" y="932"/>
                  </a:lnTo>
                  <a:lnTo>
                    <a:pt x="2153" y="932"/>
                  </a:lnTo>
                  <a:lnTo>
                    <a:pt x="2153" y="336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97"/>
            <p:cNvSpPr/>
            <p:nvPr/>
          </p:nvSpPr>
          <p:spPr>
            <a:xfrm>
              <a:off x="5434282" y="1846399"/>
              <a:ext cx="500353" cy="117412"/>
            </a:xfrm>
            <a:custGeom>
              <a:rect b="b" l="l" r="r" t="t"/>
              <a:pathLst>
                <a:path extrusionOk="0" h="4302" w="18333">
                  <a:moveTo>
                    <a:pt x="1" y="0"/>
                  </a:moveTo>
                  <a:lnTo>
                    <a:pt x="1" y="2149"/>
                  </a:lnTo>
                  <a:lnTo>
                    <a:pt x="7552" y="2149"/>
                  </a:lnTo>
                  <a:lnTo>
                    <a:pt x="7552" y="3225"/>
                  </a:lnTo>
                  <a:lnTo>
                    <a:pt x="5407" y="3225"/>
                  </a:lnTo>
                  <a:lnTo>
                    <a:pt x="5407" y="4302"/>
                  </a:lnTo>
                  <a:lnTo>
                    <a:pt x="12926" y="4302"/>
                  </a:lnTo>
                  <a:lnTo>
                    <a:pt x="12926" y="3225"/>
                  </a:lnTo>
                  <a:lnTo>
                    <a:pt x="10777" y="3225"/>
                  </a:lnTo>
                  <a:lnTo>
                    <a:pt x="10777" y="2149"/>
                  </a:lnTo>
                  <a:lnTo>
                    <a:pt x="18332" y="2149"/>
                  </a:lnTo>
                  <a:lnTo>
                    <a:pt x="183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97"/>
            <p:cNvSpPr/>
            <p:nvPr/>
          </p:nvSpPr>
          <p:spPr>
            <a:xfrm>
              <a:off x="5434200" y="1523747"/>
              <a:ext cx="500326" cy="293285"/>
            </a:xfrm>
            <a:custGeom>
              <a:rect b="b" l="l" r="r" t="t"/>
              <a:pathLst>
                <a:path extrusionOk="0" h="10746" w="18332">
                  <a:moveTo>
                    <a:pt x="0" y="1"/>
                  </a:moveTo>
                  <a:lnTo>
                    <a:pt x="0" y="10746"/>
                  </a:lnTo>
                  <a:lnTo>
                    <a:pt x="18332" y="10746"/>
                  </a:lnTo>
                  <a:lnTo>
                    <a:pt x="18332" y="1"/>
                  </a:lnTo>
                  <a:lnTo>
                    <a:pt x="14002" y="1"/>
                  </a:lnTo>
                  <a:lnTo>
                    <a:pt x="14002" y="1818"/>
                  </a:lnTo>
                  <a:lnTo>
                    <a:pt x="15075" y="2358"/>
                  </a:lnTo>
                  <a:lnTo>
                    <a:pt x="15075" y="5170"/>
                  </a:lnTo>
                  <a:lnTo>
                    <a:pt x="14002" y="5710"/>
                  </a:lnTo>
                  <a:lnTo>
                    <a:pt x="14002" y="7528"/>
                  </a:lnTo>
                  <a:lnTo>
                    <a:pt x="12926" y="7528"/>
                  </a:lnTo>
                  <a:lnTo>
                    <a:pt x="12926" y="8286"/>
                  </a:lnTo>
                  <a:lnTo>
                    <a:pt x="11419" y="9790"/>
                  </a:lnTo>
                  <a:lnTo>
                    <a:pt x="9164" y="8660"/>
                  </a:lnTo>
                  <a:lnTo>
                    <a:pt x="6913" y="9790"/>
                  </a:lnTo>
                  <a:lnTo>
                    <a:pt x="5406" y="8286"/>
                  </a:lnTo>
                  <a:lnTo>
                    <a:pt x="5406" y="7528"/>
                  </a:lnTo>
                  <a:lnTo>
                    <a:pt x="4330" y="7528"/>
                  </a:lnTo>
                  <a:lnTo>
                    <a:pt x="4330" y="5710"/>
                  </a:lnTo>
                  <a:lnTo>
                    <a:pt x="3254" y="5170"/>
                  </a:lnTo>
                  <a:lnTo>
                    <a:pt x="3254" y="2358"/>
                  </a:lnTo>
                  <a:lnTo>
                    <a:pt x="4330" y="1818"/>
                  </a:lnTo>
                  <a:lnTo>
                    <a:pt x="43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9" name="Google Shape;1419;p97"/>
          <p:cNvSpPr/>
          <p:nvPr/>
        </p:nvSpPr>
        <p:spPr>
          <a:xfrm>
            <a:off x="5133825" y="1625500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20" name="Google Shape;1420;p97"/>
          <p:cNvGrpSpPr/>
          <p:nvPr/>
        </p:nvGrpSpPr>
        <p:grpSpPr>
          <a:xfrm>
            <a:off x="5241768" y="1733333"/>
            <a:ext cx="500517" cy="500735"/>
            <a:chOff x="6322543" y="4027370"/>
            <a:chExt cx="500517" cy="500735"/>
          </a:xfrm>
        </p:grpSpPr>
        <p:sp>
          <p:nvSpPr>
            <p:cNvPr id="1421" name="Google Shape;1421;p97"/>
            <p:cNvSpPr/>
            <p:nvPr/>
          </p:nvSpPr>
          <p:spPr>
            <a:xfrm>
              <a:off x="6469895" y="4027370"/>
              <a:ext cx="205622" cy="206604"/>
            </a:xfrm>
            <a:custGeom>
              <a:rect b="b" l="l" r="r" t="t"/>
              <a:pathLst>
                <a:path extrusionOk="0" h="7570" w="7534">
                  <a:moveTo>
                    <a:pt x="4305" y="3268"/>
                  </a:moveTo>
                  <a:lnTo>
                    <a:pt x="4305" y="4348"/>
                  </a:lnTo>
                  <a:lnTo>
                    <a:pt x="3229" y="4348"/>
                  </a:lnTo>
                  <a:lnTo>
                    <a:pt x="3229" y="3268"/>
                  </a:lnTo>
                  <a:close/>
                  <a:moveTo>
                    <a:pt x="2153" y="0"/>
                  </a:moveTo>
                  <a:lnTo>
                    <a:pt x="2153" y="1077"/>
                  </a:lnTo>
                  <a:lnTo>
                    <a:pt x="1076" y="1077"/>
                  </a:lnTo>
                  <a:lnTo>
                    <a:pt x="1076" y="2188"/>
                  </a:lnTo>
                  <a:lnTo>
                    <a:pt x="0" y="2188"/>
                  </a:lnTo>
                  <a:lnTo>
                    <a:pt x="0" y="3264"/>
                  </a:lnTo>
                  <a:lnTo>
                    <a:pt x="1076" y="3264"/>
                  </a:lnTo>
                  <a:lnTo>
                    <a:pt x="1076" y="4341"/>
                  </a:lnTo>
                  <a:lnTo>
                    <a:pt x="0" y="4341"/>
                  </a:lnTo>
                  <a:lnTo>
                    <a:pt x="0" y="5417"/>
                  </a:lnTo>
                  <a:lnTo>
                    <a:pt x="1076" y="5417"/>
                  </a:lnTo>
                  <a:lnTo>
                    <a:pt x="1076" y="6493"/>
                  </a:lnTo>
                  <a:lnTo>
                    <a:pt x="2153" y="6493"/>
                  </a:lnTo>
                  <a:lnTo>
                    <a:pt x="2153" y="7570"/>
                  </a:lnTo>
                  <a:lnTo>
                    <a:pt x="3229" y="7570"/>
                  </a:lnTo>
                  <a:lnTo>
                    <a:pt x="3229" y="6493"/>
                  </a:lnTo>
                  <a:lnTo>
                    <a:pt x="4305" y="6493"/>
                  </a:lnTo>
                  <a:lnTo>
                    <a:pt x="4305" y="7570"/>
                  </a:lnTo>
                  <a:lnTo>
                    <a:pt x="5381" y="7570"/>
                  </a:lnTo>
                  <a:lnTo>
                    <a:pt x="5381" y="6493"/>
                  </a:lnTo>
                  <a:lnTo>
                    <a:pt x="6458" y="6493"/>
                  </a:lnTo>
                  <a:lnTo>
                    <a:pt x="6458" y="5417"/>
                  </a:lnTo>
                  <a:lnTo>
                    <a:pt x="7534" y="5417"/>
                  </a:lnTo>
                  <a:lnTo>
                    <a:pt x="7534" y="4341"/>
                  </a:lnTo>
                  <a:lnTo>
                    <a:pt x="6458" y="4341"/>
                  </a:lnTo>
                  <a:lnTo>
                    <a:pt x="6458" y="3264"/>
                  </a:lnTo>
                  <a:lnTo>
                    <a:pt x="7534" y="3264"/>
                  </a:lnTo>
                  <a:lnTo>
                    <a:pt x="7534" y="2188"/>
                  </a:lnTo>
                  <a:lnTo>
                    <a:pt x="6458" y="2188"/>
                  </a:lnTo>
                  <a:lnTo>
                    <a:pt x="6458" y="1077"/>
                  </a:lnTo>
                  <a:lnTo>
                    <a:pt x="5381" y="1077"/>
                  </a:lnTo>
                  <a:lnTo>
                    <a:pt x="5381" y="0"/>
                  </a:lnTo>
                  <a:lnTo>
                    <a:pt x="4305" y="0"/>
                  </a:lnTo>
                  <a:lnTo>
                    <a:pt x="4305" y="1077"/>
                  </a:lnTo>
                  <a:lnTo>
                    <a:pt x="3229" y="107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97"/>
            <p:cNvSpPr/>
            <p:nvPr/>
          </p:nvSpPr>
          <p:spPr>
            <a:xfrm>
              <a:off x="6322543" y="4189924"/>
              <a:ext cx="59634" cy="73335"/>
            </a:xfrm>
            <a:custGeom>
              <a:rect b="b" l="l" r="r" t="t"/>
              <a:pathLst>
                <a:path extrusionOk="0" h="2687" w="2185">
                  <a:moveTo>
                    <a:pt x="0" y="1"/>
                  </a:moveTo>
                  <a:lnTo>
                    <a:pt x="0" y="2686"/>
                  </a:lnTo>
                  <a:lnTo>
                    <a:pt x="2184" y="2686"/>
                  </a:lnTo>
                  <a:lnTo>
                    <a:pt x="21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97"/>
            <p:cNvSpPr/>
            <p:nvPr/>
          </p:nvSpPr>
          <p:spPr>
            <a:xfrm>
              <a:off x="6322543" y="4087359"/>
              <a:ext cx="59634" cy="73335"/>
            </a:xfrm>
            <a:custGeom>
              <a:rect b="b" l="l" r="r" t="t"/>
              <a:pathLst>
                <a:path extrusionOk="0" h="2687" w="2185">
                  <a:moveTo>
                    <a:pt x="0" y="1"/>
                  </a:moveTo>
                  <a:lnTo>
                    <a:pt x="0" y="2686"/>
                  </a:lnTo>
                  <a:lnTo>
                    <a:pt x="2184" y="2686"/>
                  </a:lnTo>
                  <a:lnTo>
                    <a:pt x="21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97"/>
            <p:cNvSpPr/>
            <p:nvPr/>
          </p:nvSpPr>
          <p:spPr>
            <a:xfrm>
              <a:off x="6322625" y="4281900"/>
              <a:ext cx="235589" cy="157396"/>
            </a:xfrm>
            <a:custGeom>
              <a:rect b="b" l="l" r="r" t="t"/>
              <a:pathLst>
                <a:path extrusionOk="0" h="5767" w="8632">
                  <a:moveTo>
                    <a:pt x="7231" y="1"/>
                  </a:moveTo>
                  <a:lnTo>
                    <a:pt x="5703" y="1515"/>
                  </a:lnTo>
                  <a:lnTo>
                    <a:pt x="7397" y="3208"/>
                  </a:lnTo>
                  <a:lnTo>
                    <a:pt x="6638" y="3967"/>
                  </a:lnTo>
                  <a:lnTo>
                    <a:pt x="3067" y="392"/>
                  </a:lnTo>
                  <a:lnTo>
                    <a:pt x="1" y="392"/>
                  </a:lnTo>
                  <a:lnTo>
                    <a:pt x="1" y="1342"/>
                  </a:lnTo>
                  <a:lnTo>
                    <a:pt x="3783" y="5767"/>
                  </a:lnTo>
                  <a:lnTo>
                    <a:pt x="8632" y="5767"/>
                  </a:lnTo>
                  <a:lnTo>
                    <a:pt x="8632" y="1402"/>
                  </a:lnTo>
                  <a:lnTo>
                    <a:pt x="72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97"/>
            <p:cNvSpPr/>
            <p:nvPr/>
          </p:nvSpPr>
          <p:spPr>
            <a:xfrm>
              <a:off x="6646505" y="4214679"/>
              <a:ext cx="87472" cy="87855"/>
            </a:xfrm>
            <a:custGeom>
              <a:rect b="b" l="l" r="r" t="t"/>
              <a:pathLst>
                <a:path extrusionOk="0" h="3219" w="3205">
                  <a:moveTo>
                    <a:pt x="1695" y="1"/>
                  </a:moveTo>
                  <a:lnTo>
                    <a:pt x="1" y="1695"/>
                  </a:lnTo>
                  <a:lnTo>
                    <a:pt x="1518" y="3219"/>
                  </a:lnTo>
                  <a:lnTo>
                    <a:pt x="3205" y="1529"/>
                  </a:lnTo>
                  <a:lnTo>
                    <a:pt x="16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97"/>
            <p:cNvSpPr/>
            <p:nvPr/>
          </p:nvSpPr>
          <p:spPr>
            <a:xfrm>
              <a:off x="6411326" y="4214679"/>
              <a:ext cx="87582" cy="87855"/>
            </a:xfrm>
            <a:custGeom>
              <a:rect b="b" l="l" r="r" t="t"/>
              <a:pathLst>
                <a:path extrusionOk="0" h="3219" w="3209">
                  <a:moveTo>
                    <a:pt x="1514" y="1"/>
                  </a:moveTo>
                  <a:lnTo>
                    <a:pt x="1" y="1529"/>
                  </a:lnTo>
                  <a:lnTo>
                    <a:pt x="1691" y="3219"/>
                  </a:lnTo>
                  <a:lnTo>
                    <a:pt x="3208" y="1698"/>
                  </a:lnTo>
                  <a:lnTo>
                    <a:pt x="15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97"/>
            <p:cNvSpPr/>
            <p:nvPr/>
          </p:nvSpPr>
          <p:spPr>
            <a:xfrm>
              <a:off x="6587472" y="4281818"/>
              <a:ext cx="235589" cy="157287"/>
            </a:xfrm>
            <a:custGeom>
              <a:rect b="b" l="l" r="r" t="t"/>
              <a:pathLst>
                <a:path extrusionOk="0" h="5763" w="8632">
                  <a:moveTo>
                    <a:pt x="1405" y="0"/>
                  </a:moveTo>
                  <a:lnTo>
                    <a:pt x="1" y="1401"/>
                  </a:lnTo>
                  <a:lnTo>
                    <a:pt x="1" y="5763"/>
                  </a:lnTo>
                  <a:lnTo>
                    <a:pt x="4849" y="5763"/>
                  </a:lnTo>
                  <a:lnTo>
                    <a:pt x="8632" y="1341"/>
                  </a:lnTo>
                  <a:lnTo>
                    <a:pt x="8632" y="392"/>
                  </a:lnTo>
                  <a:lnTo>
                    <a:pt x="5569" y="392"/>
                  </a:lnTo>
                  <a:lnTo>
                    <a:pt x="1987" y="3970"/>
                  </a:lnTo>
                  <a:lnTo>
                    <a:pt x="1229" y="3211"/>
                  </a:lnTo>
                  <a:lnTo>
                    <a:pt x="2922" y="1518"/>
                  </a:lnTo>
                  <a:lnTo>
                    <a:pt x="14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97"/>
            <p:cNvSpPr/>
            <p:nvPr/>
          </p:nvSpPr>
          <p:spPr>
            <a:xfrm>
              <a:off x="6587390" y="4468444"/>
              <a:ext cx="117221" cy="59661"/>
            </a:xfrm>
            <a:custGeom>
              <a:rect b="b" l="l" r="r" t="t"/>
              <a:pathLst>
                <a:path extrusionOk="0" h="2186" w="4295">
                  <a:moveTo>
                    <a:pt x="0" y="1"/>
                  </a:moveTo>
                  <a:lnTo>
                    <a:pt x="0" y="2185"/>
                  </a:lnTo>
                  <a:lnTo>
                    <a:pt x="4295" y="2185"/>
                  </a:lnTo>
                  <a:lnTo>
                    <a:pt x="42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97"/>
            <p:cNvSpPr/>
            <p:nvPr/>
          </p:nvSpPr>
          <p:spPr>
            <a:xfrm>
              <a:off x="6440692" y="4468444"/>
              <a:ext cx="117330" cy="59661"/>
            </a:xfrm>
            <a:custGeom>
              <a:rect b="b" l="l" r="r" t="t"/>
              <a:pathLst>
                <a:path extrusionOk="0" h="2186" w="4299">
                  <a:moveTo>
                    <a:pt x="1" y="1"/>
                  </a:moveTo>
                  <a:lnTo>
                    <a:pt x="1" y="2185"/>
                  </a:lnTo>
                  <a:lnTo>
                    <a:pt x="4299" y="2185"/>
                  </a:lnTo>
                  <a:lnTo>
                    <a:pt x="42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97"/>
            <p:cNvSpPr/>
            <p:nvPr/>
          </p:nvSpPr>
          <p:spPr>
            <a:xfrm>
              <a:off x="6763235" y="4087359"/>
              <a:ext cx="59634" cy="73335"/>
            </a:xfrm>
            <a:custGeom>
              <a:rect b="b" l="l" r="r" t="t"/>
              <a:pathLst>
                <a:path extrusionOk="0" h="2687" w="2185">
                  <a:moveTo>
                    <a:pt x="1" y="1"/>
                  </a:moveTo>
                  <a:lnTo>
                    <a:pt x="1" y="2686"/>
                  </a:lnTo>
                  <a:lnTo>
                    <a:pt x="2185" y="2686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97"/>
            <p:cNvSpPr/>
            <p:nvPr/>
          </p:nvSpPr>
          <p:spPr>
            <a:xfrm>
              <a:off x="6763235" y="4189924"/>
              <a:ext cx="59634" cy="73335"/>
            </a:xfrm>
            <a:custGeom>
              <a:rect b="b" l="l" r="r" t="t"/>
              <a:pathLst>
                <a:path extrusionOk="0" h="2687" w="2185">
                  <a:moveTo>
                    <a:pt x="1" y="1"/>
                  </a:moveTo>
                  <a:lnTo>
                    <a:pt x="1" y="2686"/>
                  </a:lnTo>
                  <a:lnTo>
                    <a:pt x="2185" y="2686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32" name="Google Shape;1432;p97"/>
          <p:cNvPicPr preferRelativeResize="0"/>
          <p:nvPr/>
        </p:nvPicPr>
        <p:blipFill rotWithShape="1">
          <a:blip r:embed="rId3">
            <a:alphaModFix/>
          </a:blip>
          <a:srcRect b="33927" l="20957" r="63174" t="35744"/>
          <a:stretch/>
        </p:blipFill>
        <p:spPr>
          <a:xfrm>
            <a:off x="5133825" y="1625500"/>
            <a:ext cx="716400" cy="7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97"/>
          <p:cNvPicPr preferRelativeResize="0"/>
          <p:nvPr/>
        </p:nvPicPr>
        <p:blipFill rotWithShape="1">
          <a:blip r:embed="rId4">
            <a:alphaModFix/>
          </a:blip>
          <a:srcRect b="28466" l="0" r="70491" t="15630"/>
          <a:stretch/>
        </p:blipFill>
        <p:spPr>
          <a:xfrm>
            <a:off x="1664050" y="1625498"/>
            <a:ext cx="716401" cy="7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9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Whisper SR</a:t>
            </a:r>
            <a:endParaRPr/>
          </a:p>
        </p:txBody>
      </p:sp>
      <p:pic>
        <p:nvPicPr>
          <p:cNvPr id="1439" name="Google Shape;143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988" y="1156975"/>
            <a:ext cx="4743279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98"/>
          <p:cNvSpPr txBox="1"/>
          <p:nvPr>
            <p:ph idx="4294967295" type="subTitle"/>
          </p:nvPr>
        </p:nvSpPr>
        <p:spPr>
          <a:xfrm>
            <a:off x="5533825" y="1347100"/>
            <a:ext cx="2780100" cy="3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Whisper is an automatic speech recognition (ASR) system trained on 680,000 hours of multilingual and multitask supervised data collected from the web.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Moreover, it enables transcription in multiple languages, as well as translation from those languages into English.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9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GPT-3.5  VS  GPT-4o</a:t>
            </a:r>
            <a:endParaRPr/>
          </a:p>
        </p:txBody>
      </p:sp>
      <p:sp>
        <p:nvSpPr>
          <p:cNvPr id="1446" name="Google Shape;1446;p99"/>
          <p:cNvSpPr txBox="1"/>
          <p:nvPr>
            <p:ph idx="4294967295" type="subTitle"/>
          </p:nvPr>
        </p:nvSpPr>
        <p:spPr>
          <a:xfrm>
            <a:off x="1094375" y="1337775"/>
            <a:ext cx="2780100" cy="3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Sora"/>
                <a:ea typeface="Sora"/>
                <a:cs typeface="Sora"/>
                <a:sym typeface="Sora"/>
              </a:rPr>
              <a:t>GPT-3.5 Turbo</a:t>
            </a:r>
            <a:endParaRPr b="1" sz="26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</a:t>
            </a:r>
            <a:r>
              <a:rPr lang="en"/>
              <a:t>he model follow instructions better, such as making outputs terse or always responding in a given language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GPT-3.5 Turbo can match, or even outperform, base GPT-4-level capabilities on certain narrow tasks</a:t>
            </a:r>
            <a:endParaRPr/>
          </a:p>
        </p:txBody>
      </p:sp>
      <p:sp>
        <p:nvSpPr>
          <p:cNvPr id="1447" name="Google Shape;1447;p99"/>
          <p:cNvSpPr txBox="1"/>
          <p:nvPr>
            <p:ph idx="4294967295" type="subTitle"/>
          </p:nvPr>
        </p:nvSpPr>
        <p:spPr>
          <a:xfrm>
            <a:off x="4894100" y="1337775"/>
            <a:ext cx="2780100" cy="3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Sora"/>
                <a:ea typeface="Sora"/>
                <a:cs typeface="Sora"/>
                <a:sym typeface="Sora"/>
              </a:rPr>
              <a:t>GPT-4</a:t>
            </a:r>
            <a:r>
              <a:rPr b="1" lang="en" sz="2000">
                <a:latin typeface="Sora"/>
                <a:ea typeface="Sora"/>
                <a:cs typeface="Sora"/>
                <a:sym typeface="Sora"/>
              </a:rPr>
              <a:t>o</a:t>
            </a:r>
            <a:endParaRPr b="1" sz="2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step towards much more natural human-computer interaction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can respond to audio inputs in as little as 232 milliseconds, with an average of 320 milliseconds, which is similar to human response time⁠ in a conversation.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0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TTS</a:t>
            </a:r>
            <a:r>
              <a:rPr lang="en"/>
              <a:t> </a:t>
            </a:r>
            <a:endParaRPr/>
          </a:p>
        </p:txBody>
      </p:sp>
      <p:grpSp>
        <p:nvGrpSpPr>
          <p:cNvPr id="1453" name="Google Shape;1453;p100"/>
          <p:cNvGrpSpPr/>
          <p:nvPr/>
        </p:nvGrpSpPr>
        <p:grpSpPr>
          <a:xfrm>
            <a:off x="5348588" y="500533"/>
            <a:ext cx="2008699" cy="858139"/>
            <a:chOff x="5348588" y="500533"/>
            <a:chExt cx="2008699" cy="858139"/>
          </a:xfrm>
        </p:grpSpPr>
        <p:grpSp>
          <p:nvGrpSpPr>
            <p:cNvPr id="1454" name="Google Shape;1454;p100"/>
            <p:cNvGrpSpPr/>
            <p:nvPr/>
          </p:nvGrpSpPr>
          <p:grpSpPr>
            <a:xfrm>
              <a:off x="5348588" y="500571"/>
              <a:ext cx="751755" cy="858101"/>
              <a:chOff x="5348588" y="500571"/>
              <a:chExt cx="751755" cy="858101"/>
            </a:xfrm>
          </p:grpSpPr>
          <p:sp>
            <p:nvSpPr>
              <p:cNvPr id="1455" name="Google Shape;1455;p100"/>
              <p:cNvSpPr/>
              <p:nvPr/>
            </p:nvSpPr>
            <p:spPr>
              <a:xfrm>
                <a:off x="6011149" y="790937"/>
                <a:ext cx="89195" cy="552847"/>
              </a:xfrm>
              <a:custGeom>
                <a:rect b="b" l="l" r="r" t="t"/>
                <a:pathLst>
                  <a:path extrusionOk="0" h="9358" w="1387">
                    <a:moveTo>
                      <a:pt x="0" y="1"/>
                    </a:moveTo>
                    <a:lnTo>
                      <a:pt x="0" y="8286"/>
                    </a:lnTo>
                    <a:cubicBezTo>
                      <a:pt x="0" y="8664"/>
                      <a:pt x="158" y="9011"/>
                      <a:pt x="441" y="9263"/>
                    </a:cubicBezTo>
                    <a:cubicBezTo>
                      <a:pt x="504" y="9326"/>
                      <a:pt x="591" y="9358"/>
                      <a:pt x="677" y="9358"/>
                    </a:cubicBezTo>
                    <a:cubicBezTo>
                      <a:pt x="764" y="9358"/>
                      <a:pt x="851" y="9326"/>
                      <a:pt x="914" y="9263"/>
                    </a:cubicBezTo>
                    <a:cubicBezTo>
                      <a:pt x="1197" y="9011"/>
                      <a:pt x="1355" y="8664"/>
                      <a:pt x="1355" y="8286"/>
                    </a:cubicBezTo>
                    <a:lnTo>
                      <a:pt x="1355" y="347"/>
                    </a:lnTo>
                    <a:lnTo>
                      <a:pt x="1386" y="347"/>
                    </a:lnTo>
                    <a:cubicBezTo>
                      <a:pt x="1386" y="158"/>
                      <a:pt x="1229" y="1"/>
                      <a:pt x="10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100"/>
              <p:cNvSpPr/>
              <p:nvPr/>
            </p:nvSpPr>
            <p:spPr>
              <a:xfrm>
                <a:off x="5480290" y="1034750"/>
                <a:ext cx="131766" cy="121050"/>
              </a:xfrm>
              <a:custGeom>
                <a:rect b="b" l="l" r="r" t="t"/>
                <a:pathLst>
                  <a:path extrusionOk="0" h="2049" w="2049">
                    <a:moveTo>
                      <a:pt x="1" y="1"/>
                    </a:moveTo>
                    <a:lnTo>
                      <a:pt x="1" y="2049"/>
                    </a:lnTo>
                    <a:lnTo>
                      <a:pt x="2049" y="2049"/>
                    </a:lnTo>
                    <a:lnTo>
                      <a:pt x="20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100"/>
              <p:cNvSpPr/>
              <p:nvPr/>
            </p:nvSpPr>
            <p:spPr>
              <a:xfrm>
                <a:off x="5480290" y="792828"/>
                <a:ext cx="352598" cy="120991"/>
              </a:xfrm>
              <a:custGeom>
                <a:rect b="b" l="l" r="r" t="t"/>
                <a:pathLst>
                  <a:path extrusionOk="0" h="2048" w="5483">
                    <a:moveTo>
                      <a:pt x="1" y="0"/>
                    </a:moveTo>
                    <a:lnTo>
                      <a:pt x="1" y="2048"/>
                    </a:lnTo>
                    <a:lnTo>
                      <a:pt x="5483" y="2048"/>
                    </a:lnTo>
                    <a:lnTo>
                      <a:pt x="54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100"/>
              <p:cNvSpPr/>
              <p:nvPr/>
            </p:nvSpPr>
            <p:spPr>
              <a:xfrm>
                <a:off x="5348588" y="500571"/>
                <a:ext cx="648413" cy="858101"/>
              </a:xfrm>
              <a:custGeom>
                <a:rect b="b" l="l" r="r" t="t"/>
                <a:pathLst>
                  <a:path extrusionOk="0" h="14525" w="10083">
                    <a:moveTo>
                      <a:pt x="7814" y="4222"/>
                    </a:moveTo>
                    <a:cubicBezTo>
                      <a:pt x="8035" y="4222"/>
                      <a:pt x="8192" y="4380"/>
                      <a:pt x="8192" y="4569"/>
                    </a:cubicBezTo>
                    <a:lnTo>
                      <a:pt x="8192" y="7310"/>
                    </a:lnTo>
                    <a:cubicBezTo>
                      <a:pt x="8192" y="7530"/>
                      <a:pt x="8035" y="7657"/>
                      <a:pt x="7814" y="7657"/>
                    </a:cubicBezTo>
                    <a:lnTo>
                      <a:pt x="1671" y="7657"/>
                    </a:lnTo>
                    <a:cubicBezTo>
                      <a:pt x="1482" y="7657"/>
                      <a:pt x="1324" y="7530"/>
                      <a:pt x="1324" y="7310"/>
                    </a:cubicBezTo>
                    <a:lnTo>
                      <a:pt x="1324" y="4569"/>
                    </a:lnTo>
                    <a:cubicBezTo>
                      <a:pt x="1324" y="4380"/>
                      <a:pt x="1482" y="4222"/>
                      <a:pt x="1671" y="4222"/>
                    </a:cubicBezTo>
                    <a:close/>
                    <a:moveTo>
                      <a:pt x="7904" y="8380"/>
                    </a:moveTo>
                    <a:cubicBezTo>
                      <a:pt x="8287" y="8380"/>
                      <a:pt x="8278" y="9043"/>
                      <a:pt x="7877" y="9043"/>
                    </a:cubicBezTo>
                    <a:lnTo>
                      <a:pt x="5829" y="9043"/>
                    </a:lnTo>
                    <a:cubicBezTo>
                      <a:pt x="5388" y="9043"/>
                      <a:pt x="5357" y="8381"/>
                      <a:pt x="5829" y="8381"/>
                    </a:cubicBezTo>
                    <a:lnTo>
                      <a:pt x="7877" y="8381"/>
                    </a:lnTo>
                    <a:cubicBezTo>
                      <a:pt x="7886" y="8380"/>
                      <a:pt x="7895" y="8380"/>
                      <a:pt x="7904" y="8380"/>
                    </a:cubicBezTo>
                    <a:close/>
                    <a:moveTo>
                      <a:pt x="7904" y="9766"/>
                    </a:moveTo>
                    <a:cubicBezTo>
                      <a:pt x="8287" y="9766"/>
                      <a:pt x="8278" y="10429"/>
                      <a:pt x="7877" y="10429"/>
                    </a:cubicBezTo>
                    <a:lnTo>
                      <a:pt x="5829" y="10429"/>
                    </a:lnTo>
                    <a:cubicBezTo>
                      <a:pt x="5388" y="10429"/>
                      <a:pt x="5357" y="9767"/>
                      <a:pt x="5829" y="9767"/>
                    </a:cubicBezTo>
                    <a:lnTo>
                      <a:pt x="7877" y="9767"/>
                    </a:lnTo>
                    <a:cubicBezTo>
                      <a:pt x="7886" y="9767"/>
                      <a:pt x="7895" y="9766"/>
                      <a:pt x="7904" y="9766"/>
                    </a:cubicBezTo>
                    <a:close/>
                    <a:moveTo>
                      <a:pt x="7877" y="11091"/>
                    </a:moveTo>
                    <a:cubicBezTo>
                      <a:pt x="8287" y="11091"/>
                      <a:pt x="8287" y="11784"/>
                      <a:pt x="7877" y="11784"/>
                    </a:cubicBezTo>
                    <a:lnTo>
                      <a:pt x="5829" y="11784"/>
                    </a:lnTo>
                    <a:cubicBezTo>
                      <a:pt x="5388" y="11784"/>
                      <a:pt x="5357" y="11091"/>
                      <a:pt x="5829" y="11091"/>
                    </a:cubicBezTo>
                    <a:close/>
                    <a:moveTo>
                      <a:pt x="4475" y="8350"/>
                    </a:moveTo>
                    <a:cubicBezTo>
                      <a:pt x="4664" y="8350"/>
                      <a:pt x="4821" y="8507"/>
                      <a:pt x="4821" y="8696"/>
                    </a:cubicBezTo>
                    <a:lnTo>
                      <a:pt x="4821" y="11469"/>
                    </a:lnTo>
                    <a:cubicBezTo>
                      <a:pt x="4821" y="11658"/>
                      <a:pt x="4664" y="11815"/>
                      <a:pt x="4475" y="11815"/>
                    </a:cubicBezTo>
                    <a:lnTo>
                      <a:pt x="1734" y="11815"/>
                    </a:lnTo>
                    <a:cubicBezTo>
                      <a:pt x="1513" y="11815"/>
                      <a:pt x="1356" y="11658"/>
                      <a:pt x="1356" y="11469"/>
                    </a:cubicBezTo>
                    <a:lnTo>
                      <a:pt x="1356" y="8696"/>
                    </a:lnTo>
                    <a:cubicBezTo>
                      <a:pt x="1356" y="8507"/>
                      <a:pt x="1513" y="8350"/>
                      <a:pt x="1734" y="8350"/>
                    </a:cubicBezTo>
                    <a:close/>
                    <a:moveTo>
                      <a:pt x="7877" y="12508"/>
                    </a:moveTo>
                    <a:cubicBezTo>
                      <a:pt x="8287" y="12508"/>
                      <a:pt x="8287" y="13170"/>
                      <a:pt x="7877" y="13170"/>
                    </a:cubicBezTo>
                    <a:lnTo>
                      <a:pt x="1734" y="13170"/>
                    </a:lnTo>
                    <a:cubicBezTo>
                      <a:pt x="1293" y="13170"/>
                      <a:pt x="1261" y="12508"/>
                      <a:pt x="1734" y="12508"/>
                    </a:cubicBezTo>
                    <a:close/>
                    <a:moveTo>
                      <a:pt x="348" y="2868"/>
                    </a:moveTo>
                    <a:cubicBezTo>
                      <a:pt x="158" y="2868"/>
                      <a:pt x="1" y="3025"/>
                      <a:pt x="1" y="3214"/>
                    </a:cubicBezTo>
                    <a:lnTo>
                      <a:pt x="1" y="12823"/>
                    </a:lnTo>
                    <a:cubicBezTo>
                      <a:pt x="1" y="13768"/>
                      <a:pt x="726" y="14525"/>
                      <a:pt x="1702" y="14525"/>
                    </a:cubicBezTo>
                    <a:lnTo>
                      <a:pt x="10083" y="14525"/>
                    </a:lnTo>
                    <a:cubicBezTo>
                      <a:pt x="9767" y="14178"/>
                      <a:pt x="9515" y="13705"/>
                      <a:pt x="9515" y="13138"/>
                    </a:cubicBezTo>
                    <a:cubicBezTo>
                      <a:pt x="9547" y="1"/>
                      <a:pt x="9547" y="6333"/>
                      <a:pt x="9547" y="3214"/>
                    </a:cubicBezTo>
                    <a:cubicBezTo>
                      <a:pt x="9547" y="3025"/>
                      <a:pt x="9389" y="2868"/>
                      <a:pt x="9200" y="2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9" name="Google Shape;1459;p100"/>
            <p:cNvGrpSpPr/>
            <p:nvPr/>
          </p:nvGrpSpPr>
          <p:grpSpPr>
            <a:xfrm>
              <a:off x="6605515" y="500533"/>
              <a:ext cx="751772" cy="858105"/>
              <a:chOff x="6605515" y="500533"/>
              <a:chExt cx="751772" cy="858105"/>
            </a:xfrm>
          </p:grpSpPr>
          <p:sp>
            <p:nvSpPr>
              <p:cNvPr id="1460" name="Google Shape;1460;p100"/>
              <p:cNvSpPr/>
              <p:nvPr/>
            </p:nvSpPr>
            <p:spPr>
              <a:xfrm>
                <a:off x="7267278" y="843806"/>
                <a:ext cx="87792" cy="57305"/>
              </a:xfrm>
              <a:custGeom>
                <a:rect b="b" l="l" r="r" t="t"/>
                <a:pathLst>
                  <a:path extrusionOk="0" h="1131" w="2257">
                    <a:moveTo>
                      <a:pt x="564" y="1"/>
                    </a:moveTo>
                    <a:cubicBezTo>
                      <a:pt x="251" y="1"/>
                      <a:pt x="1" y="251"/>
                      <a:pt x="1" y="564"/>
                    </a:cubicBezTo>
                    <a:cubicBezTo>
                      <a:pt x="1" y="877"/>
                      <a:pt x="251" y="1130"/>
                      <a:pt x="564" y="1130"/>
                    </a:cubicBezTo>
                    <a:lnTo>
                      <a:pt x="1693" y="1130"/>
                    </a:lnTo>
                    <a:cubicBezTo>
                      <a:pt x="2006" y="1130"/>
                      <a:pt x="2256" y="877"/>
                      <a:pt x="2256" y="564"/>
                    </a:cubicBezTo>
                    <a:cubicBezTo>
                      <a:pt x="2256" y="251"/>
                      <a:pt x="2006" y="1"/>
                      <a:pt x="16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61" name="Google Shape;1461;p100"/>
              <p:cNvSpPr/>
              <p:nvPr/>
            </p:nvSpPr>
            <p:spPr>
              <a:xfrm>
                <a:off x="7265061" y="672094"/>
                <a:ext cx="92226" cy="114559"/>
              </a:xfrm>
              <a:custGeom>
                <a:rect b="b" l="l" r="r" t="t"/>
                <a:pathLst>
                  <a:path extrusionOk="0" h="2261" w="2371">
                    <a:moveTo>
                      <a:pt x="1750" y="0"/>
                    </a:moveTo>
                    <a:cubicBezTo>
                      <a:pt x="1605" y="0"/>
                      <a:pt x="1461" y="55"/>
                      <a:pt x="1350" y="165"/>
                    </a:cubicBezTo>
                    <a:lnTo>
                      <a:pt x="220" y="1294"/>
                    </a:lnTo>
                    <a:cubicBezTo>
                      <a:pt x="0" y="1517"/>
                      <a:pt x="0" y="1872"/>
                      <a:pt x="220" y="2095"/>
                    </a:cubicBezTo>
                    <a:cubicBezTo>
                      <a:pt x="332" y="2205"/>
                      <a:pt x="476" y="2260"/>
                      <a:pt x="621" y="2260"/>
                    </a:cubicBezTo>
                    <a:cubicBezTo>
                      <a:pt x="765" y="2260"/>
                      <a:pt x="910" y="2205"/>
                      <a:pt x="1021" y="2095"/>
                    </a:cubicBezTo>
                    <a:lnTo>
                      <a:pt x="2151" y="966"/>
                    </a:lnTo>
                    <a:cubicBezTo>
                      <a:pt x="2370" y="743"/>
                      <a:pt x="2370" y="388"/>
                      <a:pt x="2151" y="165"/>
                    </a:cubicBezTo>
                    <a:cubicBezTo>
                      <a:pt x="2039" y="55"/>
                      <a:pt x="1895" y="0"/>
                      <a:pt x="17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62" name="Google Shape;1462;p100"/>
              <p:cNvSpPr/>
              <p:nvPr/>
            </p:nvSpPr>
            <p:spPr>
              <a:xfrm>
                <a:off x="7265061" y="958162"/>
                <a:ext cx="92226" cy="114559"/>
              </a:xfrm>
              <a:custGeom>
                <a:rect b="b" l="l" r="r" t="t"/>
                <a:pathLst>
                  <a:path extrusionOk="0" h="2261" w="2371">
                    <a:moveTo>
                      <a:pt x="621" y="0"/>
                    </a:moveTo>
                    <a:cubicBezTo>
                      <a:pt x="476" y="0"/>
                      <a:pt x="332" y="55"/>
                      <a:pt x="220" y="165"/>
                    </a:cubicBezTo>
                    <a:cubicBezTo>
                      <a:pt x="0" y="388"/>
                      <a:pt x="0" y="743"/>
                      <a:pt x="220" y="966"/>
                    </a:cubicBezTo>
                    <a:lnTo>
                      <a:pt x="1350" y="2095"/>
                    </a:lnTo>
                    <a:cubicBezTo>
                      <a:pt x="1461" y="2205"/>
                      <a:pt x="1605" y="2260"/>
                      <a:pt x="1750" y="2260"/>
                    </a:cubicBezTo>
                    <a:cubicBezTo>
                      <a:pt x="1895" y="2260"/>
                      <a:pt x="2039" y="2205"/>
                      <a:pt x="2151" y="2095"/>
                    </a:cubicBezTo>
                    <a:cubicBezTo>
                      <a:pt x="2370" y="1872"/>
                      <a:pt x="2370" y="1517"/>
                      <a:pt x="2151" y="1294"/>
                    </a:cubicBezTo>
                    <a:lnTo>
                      <a:pt x="1021" y="165"/>
                    </a:lnTo>
                    <a:cubicBezTo>
                      <a:pt x="910" y="55"/>
                      <a:pt x="765" y="0"/>
                      <a:pt x="6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63" name="Google Shape;1463;p100"/>
              <p:cNvSpPr/>
              <p:nvPr/>
            </p:nvSpPr>
            <p:spPr>
              <a:xfrm>
                <a:off x="6605515" y="500533"/>
                <a:ext cx="616370" cy="858105"/>
              </a:xfrm>
              <a:custGeom>
                <a:rect b="b" l="l" r="r" t="t"/>
                <a:pathLst>
                  <a:path extrusionOk="0" h="16936" w="15846">
                    <a:moveTo>
                      <a:pt x="6812" y="4518"/>
                    </a:moveTo>
                    <a:lnTo>
                      <a:pt x="6812" y="10164"/>
                    </a:lnTo>
                    <a:lnTo>
                      <a:pt x="5682" y="10164"/>
                    </a:lnTo>
                    <a:lnTo>
                      <a:pt x="5682" y="4518"/>
                    </a:lnTo>
                    <a:close/>
                    <a:moveTo>
                      <a:pt x="14153" y="1130"/>
                    </a:moveTo>
                    <a:cubicBezTo>
                      <a:pt x="14463" y="1130"/>
                      <a:pt x="14716" y="1380"/>
                      <a:pt x="14716" y="1693"/>
                    </a:cubicBezTo>
                    <a:lnTo>
                      <a:pt x="14716" y="12985"/>
                    </a:lnTo>
                    <a:cubicBezTo>
                      <a:pt x="14716" y="13298"/>
                      <a:pt x="14463" y="13551"/>
                      <a:pt x="14153" y="13551"/>
                    </a:cubicBezTo>
                    <a:lnTo>
                      <a:pt x="13587" y="13551"/>
                    </a:lnTo>
                    <a:lnTo>
                      <a:pt x="13587" y="1130"/>
                    </a:lnTo>
                    <a:close/>
                    <a:moveTo>
                      <a:pt x="13018" y="1"/>
                    </a:moveTo>
                    <a:cubicBezTo>
                      <a:pt x="13012" y="1"/>
                      <a:pt x="13006" y="4"/>
                      <a:pt x="13000" y="4"/>
                    </a:cubicBezTo>
                    <a:cubicBezTo>
                      <a:pt x="12992" y="4"/>
                      <a:pt x="12985" y="4"/>
                      <a:pt x="12978" y="4"/>
                    </a:cubicBezTo>
                    <a:cubicBezTo>
                      <a:pt x="12972" y="4"/>
                      <a:pt x="12967" y="4"/>
                      <a:pt x="12961" y="4"/>
                    </a:cubicBezTo>
                    <a:cubicBezTo>
                      <a:pt x="12797" y="4"/>
                      <a:pt x="12768" y="58"/>
                      <a:pt x="7221" y="3385"/>
                    </a:cubicBezTo>
                    <a:lnTo>
                      <a:pt x="3990" y="3385"/>
                    </a:lnTo>
                    <a:cubicBezTo>
                      <a:pt x="1810" y="3388"/>
                      <a:pt x="0" y="5159"/>
                      <a:pt x="0" y="7339"/>
                    </a:cubicBezTo>
                    <a:cubicBezTo>
                      <a:pt x="0" y="9323"/>
                      <a:pt x="1515" y="10959"/>
                      <a:pt x="3424" y="11236"/>
                    </a:cubicBezTo>
                    <a:lnTo>
                      <a:pt x="3424" y="15244"/>
                    </a:lnTo>
                    <a:cubicBezTo>
                      <a:pt x="3424" y="16180"/>
                      <a:pt x="4183" y="16936"/>
                      <a:pt x="5119" y="16936"/>
                    </a:cubicBezTo>
                    <a:cubicBezTo>
                      <a:pt x="6053" y="16936"/>
                      <a:pt x="6812" y="16180"/>
                      <a:pt x="6812" y="15244"/>
                    </a:cubicBezTo>
                    <a:lnTo>
                      <a:pt x="6812" y="11293"/>
                    </a:lnTo>
                    <a:lnTo>
                      <a:pt x="7221" y="11293"/>
                    </a:lnTo>
                    <a:cubicBezTo>
                      <a:pt x="12690" y="14573"/>
                      <a:pt x="12811" y="14681"/>
                      <a:pt x="12984" y="14681"/>
                    </a:cubicBezTo>
                    <a:cubicBezTo>
                      <a:pt x="12997" y="14681"/>
                      <a:pt x="13009" y="14681"/>
                      <a:pt x="13024" y="14681"/>
                    </a:cubicBezTo>
                    <a:lnTo>
                      <a:pt x="14153" y="14681"/>
                    </a:lnTo>
                    <a:cubicBezTo>
                      <a:pt x="15087" y="14678"/>
                      <a:pt x="15845" y="13922"/>
                      <a:pt x="15845" y="12985"/>
                    </a:cubicBezTo>
                    <a:lnTo>
                      <a:pt x="15845" y="1693"/>
                    </a:lnTo>
                    <a:cubicBezTo>
                      <a:pt x="15845" y="756"/>
                      <a:pt x="15087" y="1"/>
                      <a:pt x="141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1464" name="Google Shape;1464;p100"/>
            <p:cNvSpPr/>
            <p:nvPr/>
          </p:nvSpPr>
          <p:spPr>
            <a:xfrm>
              <a:off x="6174400" y="1017725"/>
              <a:ext cx="365400" cy="172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465" name="Google Shape;1465;p100"/>
          <p:cNvSpPr txBox="1"/>
          <p:nvPr>
            <p:ph type="title"/>
          </p:nvPr>
        </p:nvSpPr>
        <p:spPr>
          <a:xfrm>
            <a:off x="5348600" y="1190325"/>
            <a:ext cx="2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/>
              <a:t>Text       Speech  </a:t>
            </a:r>
            <a:r>
              <a:rPr b="0" lang="en"/>
              <a:t> </a:t>
            </a:r>
            <a:endParaRPr b="0"/>
          </a:p>
        </p:txBody>
      </p:sp>
      <p:sp>
        <p:nvSpPr>
          <p:cNvPr id="1466" name="Google Shape;1466;p100"/>
          <p:cNvSpPr txBox="1"/>
          <p:nvPr/>
        </p:nvSpPr>
        <p:spPr>
          <a:xfrm>
            <a:off x="922300" y="1358675"/>
            <a:ext cx="3000000" cy="30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1. Natural and Expressive Speech</a:t>
            </a:r>
            <a:endParaRPr b="1" sz="2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•	Generates lifelike audio with human-like intonation and clarity.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•	Supports multiple languages and customizable voice styles (e.g., tone, pitch).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7" name="Google Shape;1467;p100"/>
          <p:cNvSpPr txBox="1"/>
          <p:nvPr/>
        </p:nvSpPr>
        <p:spPr>
          <a:xfrm>
            <a:off x="4623737" y="2331850"/>
            <a:ext cx="34584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2. Real-Time and Scalable</a:t>
            </a:r>
            <a:endParaRPr b="1" sz="2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•	Fast processing for real-time applications like virtual assistants or live translation.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•	Handles high-volume text-to-audio tasks efficiently.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2" name="Google Shape;1472;p101"/>
          <p:cNvGrpSpPr/>
          <p:nvPr/>
        </p:nvGrpSpPr>
        <p:grpSpPr>
          <a:xfrm>
            <a:off x="1605475" y="873175"/>
            <a:ext cx="2080800" cy="2717700"/>
            <a:chOff x="1605475" y="873175"/>
            <a:chExt cx="2080800" cy="2717700"/>
          </a:xfrm>
        </p:grpSpPr>
        <p:sp>
          <p:nvSpPr>
            <p:cNvPr id="1473" name="Google Shape;1473;p101"/>
            <p:cNvSpPr/>
            <p:nvPr/>
          </p:nvSpPr>
          <p:spPr>
            <a:xfrm>
              <a:off x="1605475" y="873175"/>
              <a:ext cx="2080800" cy="2717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74" name="Google Shape;1474;p101"/>
            <p:cNvSpPr txBox="1"/>
            <p:nvPr/>
          </p:nvSpPr>
          <p:spPr>
            <a:xfrm>
              <a:off x="1605475" y="873175"/>
              <a:ext cx="6405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5"/>
                  </a:solidFill>
                  <a:latin typeface="Lato"/>
                  <a:ea typeface="Lato"/>
                  <a:cs typeface="Lato"/>
                  <a:sym typeface="Lato"/>
                </a:rPr>
                <a:t>M1</a:t>
              </a:r>
              <a:endParaRPr/>
            </a:p>
          </p:txBody>
        </p:sp>
      </p:grpSp>
      <p:sp>
        <p:nvSpPr>
          <p:cNvPr id="1475" name="Google Shape;1475;p101"/>
          <p:cNvSpPr txBox="1"/>
          <p:nvPr>
            <p:ph idx="4" type="subTitle"/>
          </p:nvPr>
        </p:nvSpPr>
        <p:spPr>
          <a:xfrm>
            <a:off x="514825" y="503275"/>
            <a:ext cx="62385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Whisper</a:t>
            </a:r>
            <a:r>
              <a:rPr lang="en"/>
              <a:t>+ChatGPT3.5+OpenAI TTS</a:t>
            </a:r>
            <a:endParaRPr/>
          </a:p>
        </p:txBody>
      </p:sp>
      <p:grpSp>
        <p:nvGrpSpPr>
          <p:cNvPr id="1476" name="Google Shape;1476;p101"/>
          <p:cNvGrpSpPr/>
          <p:nvPr/>
        </p:nvGrpSpPr>
        <p:grpSpPr>
          <a:xfrm>
            <a:off x="1939075" y="2618950"/>
            <a:ext cx="1413600" cy="762513"/>
            <a:chOff x="1939075" y="2618950"/>
            <a:chExt cx="1413600" cy="762513"/>
          </a:xfrm>
        </p:grpSpPr>
        <p:sp>
          <p:nvSpPr>
            <p:cNvPr id="1477" name="Google Shape;1477;p101"/>
            <p:cNvSpPr/>
            <p:nvPr/>
          </p:nvSpPr>
          <p:spPr>
            <a:xfrm>
              <a:off x="1939075" y="2823163"/>
              <a:ext cx="1413600" cy="558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A2F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78" name="Google Shape;1478;p101"/>
            <p:cNvSpPr/>
            <p:nvPr/>
          </p:nvSpPr>
          <p:spPr>
            <a:xfrm>
              <a:off x="2517325" y="2618950"/>
              <a:ext cx="257100" cy="2514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79" name="Google Shape;1479;p101"/>
          <p:cNvGrpSpPr/>
          <p:nvPr/>
        </p:nvGrpSpPr>
        <p:grpSpPr>
          <a:xfrm>
            <a:off x="1939075" y="2053038"/>
            <a:ext cx="3547101" cy="1393786"/>
            <a:chOff x="1939075" y="2053038"/>
            <a:chExt cx="3547101" cy="1393786"/>
          </a:xfrm>
        </p:grpSpPr>
        <p:sp>
          <p:nvSpPr>
            <p:cNvPr id="1480" name="Google Shape;1480;p101"/>
            <p:cNvSpPr/>
            <p:nvPr/>
          </p:nvSpPr>
          <p:spPr>
            <a:xfrm>
              <a:off x="1939075" y="2053038"/>
              <a:ext cx="1413600" cy="558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Audio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Stream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81" name="Google Shape;1481;p101"/>
            <p:cNvSpPr/>
            <p:nvPr/>
          </p:nvSpPr>
          <p:spPr>
            <a:xfrm rot="7216541">
              <a:off x="4458845" y="1883197"/>
              <a:ext cx="257061" cy="1931453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82" name="Google Shape;1482;p101"/>
          <p:cNvGrpSpPr/>
          <p:nvPr/>
        </p:nvGrpSpPr>
        <p:grpSpPr>
          <a:xfrm>
            <a:off x="5486225" y="2436805"/>
            <a:ext cx="2213400" cy="2074337"/>
            <a:chOff x="5538475" y="778631"/>
            <a:chExt cx="2213400" cy="3288944"/>
          </a:xfrm>
        </p:grpSpPr>
        <p:sp>
          <p:nvSpPr>
            <p:cNvPr id="1483" name="Google Shape;1483;p101"/>
            <p:cNvSpPr/>
            <p:nvPr/>
          </p:nvSpPr>
          <p:spPr>
            <a:xfrm>
              <a:off x="5538475" y="873175"/>
              <a:ext cx="2213400" cy="3194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84" name="Google Shape;1484;p101"/>
            <p:cNvSpPr txBox="1"/>
            <p:nvPr/>
          </p:nvSpPr>
          <p:spPr>
            <a:xfrm>
              <a:off x="5538475" y="778631"/>
              <a:ext cx="640500" cy="7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5"/>
                  </a:solidFill>
                  <a:latin typeface="Lato"/>
                  <a:ea typeface="Lato"/>
                  <a:cs typeface="Lato"/>
                  <a:sym typeface="Lato"/>
                </a:rPr>
                <a:t>O1</a:t>
              </a:r>
              <a:endParaRPr/>
            </a:p>
          </p:txBody>
        </p:sp>
      </p:grpSp>
      <p:sp>
        <p:nvSpPr>
          <p:cNvPr id="1485" name="Google Shape;1485;p101"/>
          <p:cNvSpPr/>
          <p:nvPr/>
        </p:nvSpPr>
        <p:spPr>
          <a:xfrm rot="-5400000">
            <a:off x="4483825" y="760625"/>
            <a:ext cx="257100" cy="160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86" name="Google Shape;1486;p101"/>
          <p:cNvGrpSpPr/>
          <p:nvPr/>
        </p:nvGrpSpPr>
        <p:grpSpPr>
          <a:xfrm>
            <a:off x="5486173" y="873175"/>
            <a:ext cx="2213347" cy="1563776"/>
            <a:chOff x="5486173" y="873175"/>
            <a:chExt cx="2213347" cy="1563776"/>
          </a:xfrm>
        </p:grpSpPr>
        <p:grpSp>
          <p:nvGrpSpPr>
            <p:cNvPr id="1487" name="Google Shape;1487;p101"/>
            <p:cNvGrpSpPr/>
            <p:nvPr/>
          </p:nvGrpSpPr>
          <p:grpSpPr>
            <a:xfrm>
              <a:off x="5486173" y="873175"/>
              <a:ext cx="2213347" cy="1563776"/>
              <a:chOff x="1605475" y="873154"/>
              <a:chExt cx="2080800" cy="2717721"/>
            </a:xfrm>
          </p:grpSpPr>
          <p:sp>
            <p:nvSpPr>
              <p:cNvPr id="1488" name="Google Shape;1488;p101"/>
              <p:cNvSpPr/>
              <p:nvPr/>
            </p:nvSpPr>
            <p:spPr>
              <a:xfrm>
                <a:off x="1605475" y="873175"/>
                <a:ext cx="2080800" cy="27177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900">
                  <a:solidFill>
                    <a:schemeClr val="accent5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89" name="Google Shape;1489;p101"/>
              <p:cNvSpPr txBox="1"/>
              <p:nvPr/>
            </p:nvSpPr>
            <p:spPr>
              <a:xfrm>
                <a:off x="1605482" y="873154"/>
                <a:ext cx="1956300" cy="13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accent5"/>
                    </a:solidFill>
                    <a:latin typeface="Lato"/>
                    <a:ea typeface="Lato"/>
                    <a:cs typeface="Lato"/>
                    <a:sym typeface="Lato"/>
                  </a:rPr>
                  <a:t>M1</a:t>
                </a:r>
                <a:endParaRPr b="1" sz="1900">
                  <a:solidFill>
                    <a:schemeClr val="accent5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accent5"/>
                    </a:solidFill>
                    <a:latin typeface="Lato"/>
                    <a:ea typeface="Lato"/>
                    <a:cs typeface="Lato"/>
                    <a:sym typeface="Lato"/>
                  </a:rPr>
                  <a:t>(local execution)</a:t>
                </a:r>
                <a:endParaRPr b="1" sz="1900">
                  <a:solidFill>
                    <a:schemeClr val="accent5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490" name="Google Shape;1490;p101"/>
            <p:cNvSpPr/>
            <p:nvPr/>
          </p:nvSpPr>
          <p:spPr>
            <a:xfrm>
              <a:off x="5886125" y="1724488"/>
              <a:ext cx="1413600" cy="558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Whisper SR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91" name="Google Shape;1491;p101"/>
          <p:cNvGrpSpPr/>
          <p:nvPr/>
        </p:nvGrpSpPr>
        <p:grpSpPr>
          <a:xfrm>
            <a:off x="5886125" y="2313038"/>
            <a:ext cx="1634850" cy="1052550"/>
            <a:chOff x="5938375" y="1869663"/>
            <a:chExt cx="1634850" cy="1052550"/>
          </a:xfrm>
        </p:grpSpPr>
        <p:sp>
          <p:nvSpPr>
            <p:cNvPr id="1492" name="Google Shape;1492;p101"/>
            <p:cNvSpPr/>
            <p:nvPr/>
          </p:nvSpPr>
          <p:spPr>
            <a:xfrm>
              <a:off x="5938375" y="2363913"/>
              <a:ext cx="1413600" cy="558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OpenAI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GPT-3.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493" name="Google Shape;1493;p101"/>
            <p:cNvGrpSpPr/>
            <p:nvPr/>
          </p:nvGrpSpPr>
          <p:grpSpPr>
            <a:xfrm>
              <a:off x="6516625" y="1869663"/>
              <a:ext cx="1056600" cy="500638"/>
              <a:chOff x="6516625" y="1869663"/>
              <a:chExt cx="1056600" cy="500638"/>
            </a:xfrm>
          </p:grpSpPr>
          <p:sp>
            <p:nvSpPr>
              <p:cNvPr id="1494" name="Google Shape;1494;p101"/>
              <p:cNvSpPr/>
              <p:nvPr/>
            </p:nvSpPr>
            <p:spPr>
              <a:xfrm>
                <a:off x="6516625" y="1893300"/>
                <a:ext cx="257100" cy="477000"/>
              </a:xfrm>
              <a:prstGeom prst="down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95" name="Google Shape;1495;p101"/>
              <p:cNvSpPr txBox="1"/>
              <p:nvPr/>
            </p:nvSpPr>
            <p:spPr>
              <a:xfrm>
                <a:off x="6753325" y="1869663"/>
                <a:ext cx="819900" cy="3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dk2"/>
                    </a:solidFill>
                    <a:highlight>
                      <a:schemeClr val="accent2"/>
                    </a:highlight>
                    <a:latin typeface="Lato"/>
                    <a:ea typeface="Lato"/>
                    <a:cs typeface="Lato"/>
                    <a:sym typeface="Lato"/>
                  </a:rPr>
                  <a:t>Text</a:t>
                </a:r>
                <a:endParaRPr b="1" sz="1900">
                  <a:solidFill>
                    <a:schemeClr val="dk2"/>
                  </a:solidFill>
                  <a:highlight>
                    <a:schemeClr val="accent2"/>
                  </a:highlight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496" name="Google Shape;1496;p101"/>
          <p:cNvSpPr/>
          <p:nvPr/>
        </p:nvSpPr>
        <p:spPr>
          <a:xfrm>
            <a:off x="1939075" y="1282913"/>
            <a:ext cx="1413600" cy="55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Audio</a:t>
            </a:r>
            <a:endParaRPr b="1"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97" name="Google Shape;1497;p101"/>
          <p:cNvGrpSpPr/>
          <p:nvPr/>
        </p:nvGrpSpPr>
        <p:grpSpPr>
          <a:xfrm>
            <a:off x="319225" y="843725"/>
            <a:ext cx="1551225" cy="997494"/>
            <a:chOff x="319225" y="843725"/>
            <a:chExt cx="1551225" cy="997494"/>
          </a:xfrm>
        </p:grpSpPr>
        <p:grpSp>
          <p:nvGrpSpPr>
            <p:cNvPr id="1498" name="Google Shape;1498;p101"/>
            <p:cNvGrpSpPr/>
            <p:nvPr/>
          </p:nvGrpSpPr>
          <p:grpSpPr>
            <a:xfrm>
              <a:off x="319225" y="843725"/>
              <a:ext cx="1161598" cy="997494"/>
              <a:chOff x="319225" y="843725"/>
              <a:chExt cx="1161598" cy="997494"/>
            </a:xfrm>
          </p:grpSpPr>
          <p:sp>
            <p:nvSpPr>
              <p:cNvPr id="1499" name="Google Shape;1499;p101"/>
              <p:cNvSpPr/>
              <p:nvPr/>
            </p:nvSpPr>
            <p:spPr>
              <a:xfrm>
                <a:off x="1084374" y="1282933"/>
                <a:ext cx="396449" cy="558286"/>
              </a:xfrm>
              <a:custGeom>
                <a:rect b="b" l="l" r="r" t="t"/>
                <a:pathLst>
                  <a:path extrusionOk="0" h="14052" w="10776">
                    <a:moveTo>
                      <a:pt x="5388" y="0"/>
                    </a:moveTo>
                    <a:cubicBezTo>
                      <a:pt x="3939" y="0"/>
                      <a:pt x="2741" y="1071"/>
                      <a:pt x="2552" y="2489"/>
                    </a:cubicBezTo>
                    <a:lnTo>
                      <a:pt x="4569" y="2489"/>
                    </a:lnTo>
                    <a:cubicBezTo>
                      <a:pt x="4789" y="2489"/>
                      <a:pt x="5010" y="2678"/>
                      <a:pt x="5010" y="2867"/>
                    </a:cubicBezTo>
                    <a:cubicBezTo>
                      <a:pt x="5010" y="3056"/>
                      <a:pt x="4789" y="3277"/>
                      <a:pt x="4569" y="3277"/>
                    </a:cubicBezTo>
                    <a:lnTo>
                      <a:pt x="2489" y="3277"/>
                    </a:lnTo>
                    <a:lnTo>
                      <a:pt x="2489" y="4096"/>
                    </a:lnTo>
                    <a:lnTo>
                      <a:pt x="4569" y="4096"/>
                    </a:lnTo>
                    <a:cubicBezTo>
                      <a:pt x="4789" y="4096"/>
                      <a:pt x="5010" y="4285"/>
                      <a:pt x="5010" y="4537"/>
                    </a:cubicBezTo>
                    <a:cubicBezTo>
                      <a:pt x="5010" y="4757"/>
                      <a:pt x="4789" y="4915"/>
                      <a:pt x="4569" y="4915"/>
                    </a:cubicBezTo>
                    <a:lnTo>
                      <a:pt x="2489" y="4915"/>
                    </a:lnTo>
                    <a:lnTo>
                      <a:pt x="2489" y="5734"/>
                    </a:lnTo>
                    <a:lnTo>
                      <a:pt x="4569" y="5734"/>
                    </a:lnTo>
                    <a:cubicBezTo>
                      <a:pt x="4789" y="5734"/>
                      <a:pt x="5010" y="5955"/>
                      <a:pt x="5010" y="6144"/>
                    </a:cubicBezTo>
                    <a:cubicBezTo>
                      <a:pt x="5010" y="6396"/>
                      <a:pt x="4789" y="6585"/>
                      <a:pt x="4569" y="6585"/>
                    </a:cubicBezTo>
                    <a:lnTo>
                      <a:pt x="2552" y="6585"/>
                    </a:lnTo>
                    <a:cubicBezTo>
                      <a:pt x="2741" y="7845"/>
                      <a:pt x="3750" y="8822"/>
                      <a:pt x="5010" y="9011"/>
                    </a:cubicBezTo>
                    <a:lnTo>
                      <a:pt x="5010" y="9861"/>
                    </a:lnTo>
                    <a:cubicBezTo>
                      <a:pt x="2804" y="9641"/>
                      <a:pt x="1072" y="7876"/>
                      <a:pt x="851" y="5671"/>
                    </a:cubicBezTo>
                    <a:lnTo>
                      <a:pt x="851" y="5671"/>
                    </a:lnTo>
                    <a:cubicBezTo>
                      <a:pt x="977" y="5703"/>
                      <a:pt x="1135" y="5734"/>
                      <a:pt x="1261" y="5734"/>
                    </a:cubicBezTo>
                    <a:cubicBezTo>
                      <a:pt x="1418" y="5734"/>
                      <a:pt x="1544" y="5703"/>
                      <a:pt x="1702" y="5671"/>
                    </a:cubicBezTo>
                    <a:lnTo>
                      <a:pt x="1702" y="3340"/>
                    </a:lnTo>
                    <a:cubicBezTo>
                      <a:pt x="1576" y="3308"/>
                      <a:pt x="1418" y="3277"/>
                      <a:pt x="1261" y="3277"/>
                    </a:cubicBezTo>
                    <a:cubicBezTo>
                      <a:pt x="599" y="3277"/>
                      <a:pt x="0" y="3812"/>
                      <a:pt x="0" y="4537"/>
                    </a:cubicBezTo>
                    <a:lnTo>
                      <a:pt x="0" y="5356"/>
                    </a:lnTo>
                    <a:cubicBezTo>
                      <a:pt x="0" y="8191"/>
                      <a:pt x="2206" y="10523"/>
                      <a:pt x="4947" y="10712"/>
                    </a:cubicBezTo>
                    <a:lnTo>
                      <a:pt x="4947" y="11657"/>
                    </a:lnTo>
                    <a:cubicBezTo>
                      <a:pt x="4002" y="11846"/>
                      <a:pt x="3308" y="12697"/>
                      <a:pt x="3308" y="13673"/>
                    </a:cubicBezTo>
                    <a:cubicBezTo>
                      <a:pt x="3308" y="13894"/>
                      <a:pt x="3497" y="14051"/>
                      <a:pt x="3750" y="14051"/>
                    </a:cubicBezTo>
                    <a:lnTo>
                      <a:pt x="7058" y="14051"/>
                    </a:lnTo>
                    <a:cubicBezTo>
                      <a:pt x="7278" y="14051"/>
                      <a:pt x="7436" y="13862"/>
                      <a:pt x="7436" y="13673"/>
                    </a:cubicBezTo>
                    <a:cubicBezTo>
                      <a:pt x="7436" y="12697"/>
                      <a:pt x="6743" y="11815"/>
                      <a:pt x="5797" y="11657"/>
                    </a:cubicBezTo>
                    <a:lnTo>
                      <a:pt x="5797" y="10712"/>
                    </a:lnTo>
                    <a:cubicBezTo>
                      <a:pt x="8570" y="10523"/>
                      <a:pt x="10775" y="8191"/>
                      <a:pt x="10775" y="5356"/>
                    </a:cubicBezTo>
                    <a:lnTo>
                      <a:pt x="10775" y="4537"/>
                    </a:lnTo>
                    <a:cubicBezTo>
                      <a:pt x="10775" y="3875"/>
                      <a:pt x="10240" y="3277"/>
                      <a:pt x="9515" y="3277"/>
                    </a:cubicBezTo>
                    <a:cubicBezTo>
                      <a:pt x="9357" y="3277"/>
                      <a:pt x="9263" y="3308"/>
                      <a:pt x="9137" y="3340"/>
                    </a:cubicBezTo>
                    <a:lnTo>
                      <a:pt x="9137" y="5671"/>
                    </a:lnTo>
                    <a:cubicBezTo>
                      <a:pt x="9263" y="5703"/>
                      <a:pt x="9420" y="5734"/>
                      <a:pt x="9515" y="5734"/>
                    </a:cubicBezTo>
                    <a:cubicBezTo>
                      <a:pt x="9672" y="5734"/>
                      <a:pt x="9798" y="5703"/>
                      <a:pt x="9925" y="5671"/>
                    </a:cubicBezTo>
                    <a:lnTo>
                      <a:pt x="9925" y="5671"/>
                    </a:lnTo>
                    <a:cubicBezTo>
                      <a:pt x="9767" y="7876"/>
                      <a:pt x="8003" y="9641"/>
                      <a:pt x="5797" y="9861"/>
                    </a:cubicBezTo>
                    <a:lnTo>
                      <a:pt x="5797" y="9011"/>
                    </a:lnTo>
                    <a:cubicBezTo>
                      <a:pt x="7058" y="8822"/>
                      <a:pt x="8034" y="7845"/>
                      <a:pt x="8223" y="6585"/>
                    </a:cubicBezTo>
                    <a:lnTo>
                      <a:pt x="6207" y="6585"/>
                    </a:lnTo>
                    <a:cubicBezTo>
                      <a:pt x="5986" y="6585"/>
                      <a:pt x="5829" y="6396"/>
                      <a:pt x="5829" y="6144"/>
                    </a:cubicBezTo>
                    <a:cubicBezTo>
                      <a:pt x="5829" y="5892"/>
                      <a:pt x="6018" y="5734"/>
                      <a:pt x="6207" y="5734"/>
                    </a:cubicBezTo>
                    <a:lnTo>
                      <a:pt x="8318" y="5734"/>
                    </a:lnTo>
                    <a:lnTo>
                      <a:pt x="8318" y="4915"/>
                    </a:lnTo>
                    <a:lnTo>
                      <a:pt x="6207" y="4915"/>
                    </a:lnTo>
                    <a:cubicBezTo>
                      <a:pt x="5986" y="4915"/>
                      <a:pt x="5829" y="4726"/>
                      <a:pt x="5829" y="4537"/>
                    </a:cubicBezTo>
                    <a:cubicBezTo>
                      <a:pt x="5829" y="4285"/>
                      <a:pt x="6018" y="4096"/>
                      <a:pt x="6207" y="4096"/>
                    </a:cubicBezTo>
                    <a:lnTo>
                      <a:pt x="8318" y="4096"/>
                    </a:lnTo>
                    <a:lnTo>
                      <a:pt x="8318" y="3277"/>
                    </a:lnTo>
                    <a:lnTo>
                      <a:pt x="6207" y="3277"/>
                    </a:lnTo>
                    <a:cubicBezTo>
                      <a:pt x="5986" y="3277"/>
                      <a:pt x="5829" y="3056"/>
                      <a:pt x="5829" y="2867"/>
                    </a:cubicBezTo>
                    <a:cubicBezTo>
                      <a:pt x="5829" y="2678"/>
                      <a:pt x="6018" y="2489"/>
                      <a:pt x="6207" y="2489"/>
                    </a:cubicBezTo>
                    <a:lnTo>
                      <a:pt x="8223" y="2489"/>
                    </a:lnTo>
                    <a:cubicBezTo>
                      <a:pt x="8034" y="1071"/>
                      <a:pt x="6806" y="0"/>
                      <a:pt x="53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101"/>
              <p:cNvSpPr/>
              <p:nvPr/>
            </p:nvSpPr>
            <p:spPr>
              <a:xfrm>
                <a:off x="319225" y="843725"/>
                <a:ext cx="640500" cy="618300"/>
              </a:xfrm>
              <a:prstGeom prst="pie">
                <a:avLst>
                  <a:gd fmla="val 1475880" name="adj1"/>
                  <a:gd fmla="val 19895254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01" name="Google Shape;1501;p101"/>
              <p:cNvCxnSpPr/>
              <p:nvPr/>
            </p:nvCxnSpPr>
            <p:spPr>
              <a:xfrm flipH="1" rot="10800000">
                <a:off x="952500" y="971875"/>
                <a:ext cx="155400" cy="1134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2" name="Google Shape;1502;p101"/>
              <p:cNvCxnSpPr/>
              <p:nvPr/>
            </p:nvCxnSpPr>
            <p:spPr>
              <a:xfrm flipH="1" rot="10800000">
                <a:off x="1003050" y="1138375"/>
                <a:ext cx="206700" cy="25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3" name="Google Shape;1503;p101"/>
              <p:cNvCxnSpPr/>
              <p:nvPr/>
            </p:nvCxnSpPr>
            <p:spPr>
              <a:xfrm>
                <a:off x="952500" y="1217275"/>
                <a:ext cx="155400" cy="123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04" name="Google Shape;1504;p101"/>
            <p:cNvSpPr/>
            <p:nvPr/>
          </p:nvSpPr>
          <p:spPr>
            <a:xfrm rot="-5400000">
              <a:off x="1581400" y="1401575"/>
              <a:ext cx="257100" cy="3210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05" name="Google Shape;1505;p101"/>
          <p:cNvGrpSpPr/>
          <p:nvPr/>
        </p:nvGrpSpPr>
        <p:grpSpPr>
          <a:xfrm>
            <a:off x="1605475" y="3416375"/>
            <a:ext cx="3157050" cy="1316800"/>
            <a:chOff x="1605475" y="3416375"/>
            <a:chExt cx="3157050" cy="1316800"/>
          </a:xfrm>
        </p:grpSpPr>
        <p:sp>
          <p:nvSpPr>
            <p:cNvPr id="1506" name="Google Shape;1506;p101"/>
            <p:cNvSpPr/>
            <p:nvPr/>
          </p:nvSpPr>
          <p:spPr>
            <a:xfrm>
              <a:off x="1605475" y="3648075"/>
              <a:ext cx="2080800" cy="1085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507" name="Google Shape;1507;p101"/>
            <p:cNvGrpSpPr/>
            <p:nvPr/>
          </p:nvGrpSpPr>
          <p:grpSpPr>
            <a:xfrm>
              <a:off x="1605475" y="3416375"/>
              <a:ext cx="3157050" cy="1078600"/>
              <a:chOff x="1605475" y="3416375"/>
              <a:chExt cx="3157050" cy="1078600"/>
            </a:xfrm>
          </p:grpSpPr>
          <p:sp>
            <p:nvSpPr>
              <p:cNvPr id="1508" name="Google Shape;1508;p101"/>
              <p:cNvSpPr txBox="1"/>
              <p:nvPr/>
            </p:nvSpPr>
            <p:spPr>
              <a:xfrm>
                <a:off x="1605475" y="3648075"/>
                <a:ext cx="640500" cy="47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accent5"/>
                    </a:solidFill>
                    <a:latin typeface="Lato"/>
                    <a:ea typeface="Lato"/>
                    <a:cs typeface="Lato"/>
                    <a:sym typeface="Lato"/>
                  </a:rPr>
                  <a:t>M2</a:t>
                </a:r>
                <a:endParaRPr/>
              </a:p>
            </p:txBody>
          </p:sp>
          <p:sp>
            <p:nvSpPr>
              <p:cNvPr id="1509" name="Google Shape;1509;p101"/>
              <p:cNvSpPr/>
              <p:nvPr/>
            </p:nvSpPr>
            <p:spPr>
              <a:xfrm>
                <a:off x="1858975" y="4125075"/>
                <a:ext cx="1573800" cy="3699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accent6"/>
                    </a:solidFill>
                    <a:latin typeface="Lato"/>
                    <a:ea typeface="Lato"/>
                    <a:cs typeface="Lato"/>
                    <a:sym typeface="Lato"/>
                  </a:rPr>
                  <a:t>Metahuman</a:t>
                </a:r>
                <a:endParaRPr b="1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10" name="Google Shape;1510;p101"/>
              <p:cNvSpPr/>
              <p:nvPr/>
            </p:nvSpPr>
            <p:spPr>
              <a:xfrm>
                <a:off x="2517325" y="3466675"/>
                <a:ext cx="257100" cy="558300"/>
              </a:xfrm>
              <a:prstGeom prst="down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11" name="Google Shape;1511;p101"/>
              <p:cNvSpPr txBox="1"/>
              <p:nvPr/>
            </p:nvSpPr>
            <p:spPr>
              <a:xfrm>
                <a:off x="2774425" y="3416375"/>
                <a:ext cx="1988100" cy="67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dk1"/>
                    </a:solidFill>
                    <a:highlight>
                      <a:schemeClr val="accent2"/>
                    </a:highlight>
                    <a:latin typeface="Lato"/>
                    <a:ea typeface="Lato"/>
                    <a:cs typeface="Lato"/>
                    <a:sym typeface="Lato"/>
                  </a:rPr>
                  <a:t>Soundstream</a:t>
                </a:r>
                <a:endParaRPr b="1" sz="1900">
                  <a:solidFill>
                    <a:schemeClr val="dk1"/>
                  </a:solidFill>
                  <a:highlight>
                    <a:schemeClr val="accent2"/>
                  </a:highlight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dk1"/>
                    </a:solidFill>
                    <a:highlight>
                      <a:schemeClr val="accent2"/>
                    </a:highlight>
                    <a:latin typeface="Lato"/>
                    <a:ea typeface="Lato"/>
                    <a:cs typeface="Lato"/>
                    <a:sym typeface="Lato"/>
                  </a:rPr>
                  <a:t>Facial</a:t>
                </a:r>
                <a:r>
                  <a:rPr b="1" lang="en" sz="1900">
                    <a:solidFill>
                      <a:schemeClr val="dk1"/>
                    </a:solidFill>
                    <a:highlight>
                      <a:schemeClr val="accent2"/>
                    </a:highlight>
                    <a:latin typeface="Lato"/>
                    <a:ea typeface="Lato"/>
                    <a:cs typeface="Lato"/>
                    <a:sym typeface="Lato"/>
                  </a:rPr>
                  <a:t> animation</a:t>
                </a:r>
                <a:endParaRPr b="1" sz="1900">
                  <a:solidFill>
                    <a:schemeClr val="dk1"/>
                  </a:solidFill>
                  <a:highlight>
                    <a:schemeClr val="accent2"/>
                  </a:highlight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9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512" name="Google Shape;1512;p101"/>
          <p:cNvGrpSpPr/>
          <p:nvPr/>
        </p:nvGrpSpPr>
        <p:grpSpPr>
          <a:xfrm>
            <a:off x="5886125" y="3342150"/>
            <a:ext cx="2080800" cy="1049938"/>
            <a:chOff x="5938375" y="2898775"/>
            <a:chExt cx="2080800" cy="1049938"/>
          </a:xfrm>
        </p:grpSpPr>
        <p:sp>
          <p:nvSpPr>
            <p:cNvPr id="1513" name="Google Shape;1513;p101"/>
            <p:cNvSpPr/>
            <p:nvPr/>
          </p:nvSpPr>
          <p:spPr>
            <a:xfrm>
              <a:off x="5938375" y="3390413"/>
              <a:ext cx="1413600" cy="558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OpenAI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TTS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514" name="Google Shape;1514;p101"/>
            <p:cNvGrpSpPr/>
            <p:nvPr/>
          </p:nvGrpSpPr>
          <p:grpSpPr>
            <a:xfrm>
              <a:off x="5938375" y="2898775"/>
              <a:ext cx="2080800" cy="477000"/>
              <a:chOff x="5938375" y="2898775"/>
              <a:chExt cx="2080800" cy="477000"/>
            </a:xfrm>
          </p:grpSpPr>
          <p:sp>
            <p:nvSpPr>
              <p:cNvPr id="1515" name="Google Shape;1515;p101"/>
              <p:cNvSpPr txBox="1"/>
              <p:nvPr/>
            </p:nvSpPr>
            <p:spPr>
              <a:xfrm>
                <a:off x="5938375" y="2971375"/>
                <a:ext cx="2080800" cy="3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dk2"/>
                    </a:solidFill>
                    <a:highlight>
                      <a:schemeClr val="accent2"/>
                    </a:highlight>
                    <a:latin typeface="Lato"/>
                    <a:ea typeface="Lato"/>
                    <a:cs typeface="Lato"/>
                    <a:sym typeface="Lato"/>
                  </a:rPr>
                  <a:t>Text      respon</a:t>
                </a:r>
                <a:r>
                  <a:rPr b="1" lang="en" sz="1900">
                    <a:solidFill>
                      <a:schemeClr val="dk2"/>
                    </a:solidFill>
                    <a:highlight>
                      <a:schemeClr val="accent2"/>
                    </a:highlight>
                    <a:latin typeface="Lato"/>
                    <a:ea typeface="Lato"/>
                    <a:cs typeface="Lato"/>
                    <a:sym typeface="Lato"/>
                  </a:rPr>
                  <a:t>se </a:t>
                </a:r>
                <a:endParaRPr b="1" sz="1900">
                  <a:solidFill>
                    <a:schemeClr val="dk2"/>
                  </a:solidFill>
                  <a:highlight>
                    <a:schemeClr val="accent2"/>
                  </a:highlight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16" name="Google Shape;1516;p101"/>
              <p:cNvSpPr/>
              <p:nvPr/>
            </p:nvSpPr>
            <p:spPr>
              <a:xfrm>
                <a:off x="6516625" y="2898775"/>
                <a:ext cx="257100" cy="477000"/>
              </a:xfrm>
              <a:prstGeom prst="down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02"/>
          <p:cNvSpPr txBox="1"/>
          <p:nvPr>
            <p:ph idx="4" type="subTitle"/>
          </p:nvPr>
        </p:nvSpPr>
        <p:spPr>
          <a:xfrm>
            <a:off x="514825" y="503275"/>
            <a:ext cx="62385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Realtime API + Audio2Face Workflow</a:t>
            </a:r>
            <a:endParaRPr/>
          </a:p>
        </p:txBody>
      </p:sp>
      <p:sp>
        <p:nvSpPr>
          <p:cNvPr id="1522" name="Google Shape;1522;p102"/>
          <p:cNvSpPr/>
          <p:nvPr/>
        </p:nvSpPr>
        <p:spPr>
          <a:xfrm>
            <a:off x="1605475" y="873175"/>
            <a:ext cx="2080800" cy="266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3" name="Google Shape;1523;p102"/>
          <p:cNvSpPr/>
          <p:nvPr/>
        </p:nvSpPr>
        <p:spPr>
          <a:xfrm>
            <a:off x="1605475" y="3648075"/>
            <a:ext cx="2080800" cy="120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4" name="Google Shape;1524;p102"/>
          <p:cNvSpPr txBox="1"/>
          <p:nvPr/>
        </p:nvSpPr>
        <p:spPr>
          <a:xfrm>
            <a:off x="1605475" y="873175"/>
            <a:ext cx="640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M1</a:t>
            </a:r>
            <a:endParaRPr/>
          </a:p>
        </p:txBody>
      </p:sp>
      <p:sp>
        <p:nvSpPr>
          <p:cNvPr id="1525" name="Google Shape;1525;p102"/>
          <p:cNvSpPr txBox="1"/>
          <p:nvPr/>
        </p:nvSpPr>
        <p:spPr>
          <a:xfrm>
            <a:off x="1605475" y="3648075"/>
            <a:ext cx="640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M2</a:t>
            </a:r>
            <a:endParaRPr/>
          </a:p>
        </p:txBody>
      </p:sp>
      <p:sp>
        <p:nvSpPr>
          <p:cNvPr id="1526" name="Google Shape;1526;p102"/>
          <p:cNvSpPr/>
          <p:nvPr/>
        </p:nvSpPr>
        <p:spPr>
          <a:xfrm>
            <a:off x="5538475" y="873175"/>
            <a:ext cx="2080800" cy="22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7" name="Google Shape;1527;p102"/>
          <p:cNvSpPr txBox="1"/>
          <p:nvPr/>
        </p:nvSpPr>
        <p:spPr>
          <a:xfrm>
            <a:off x="5538450" y="873175"/>
            <a:ext cx="640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O2</a:t>
            </a:r>
            <a:endParaRPr/>
          </a:p>
        </p:txBody>
      </p:sp>
      <p:sp>
        <p:nvSpPr>
          <p:cNvPr id="1528" name="Google Shape;1528;p102"/>
          <p:cNvSpPr/>
          <p:nvPr/>
        </p:nvSpPr>
        <p:spPr>
          <a:xfrm>
            <a:off x="1939075" y="2053038"/>
            <a:ext cx="1413600" cy="55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Audition &amp; text</a:t>
            </a:r>
            <a:endParaRPr b="1"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9" name="Google Shape;1529;p102"/>
          <p:cNvSpPr/>
          <p:nvPr/>
        </p:nvSpPr>
        <p:spPr>
          <a:xfrm>
            <a:off x="1858975" y="4067475"/>
            <a:ext cx="1573800" cy="36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Metahuman</a:t>
            </a:r>
            <a:endParaRPr b="1"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0" name="Google Shape;1530;p102"/>
          <p:cNvSpPr/>
          <p:nvPr/>
        </p:nvSpPr>
        <p:spPr>
          <a:xfrm>
            <a:off x="5613925" y="1428750"/>
            <a:ext cx="1929900" cy="107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OpenAI</a:t>
            </a:r>
            <a:endParaRPr b="1"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(Realtime API)</a:t>
            </a:r>
            <a:endParaRPr b="1"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1" name="Google Shape;1531;p102"/>
          <p:cNvSpPr/>
          <p:nvPr/>
        </p:nvSpPr>
        <p:spPr>
          <a:xfrm>
            <a:off x="1939075" y="1282913"/>
            <a:ext cx="1413600" cy="55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Audio</a:t>
            </a:r>
            <a:endParaRPr b="1"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2" name="Google Shape;1532;p102"/>
          <p:cNvSpPr/>
          <p:nvPr/>
        </p:nvSpPr>
        <p:spPr>
          <a:xfrm>
            <a:off x="1939075" y="2823163"/>
            <a:ext cx="1413600" cy="55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A2F</a:t>
            </a:r>
            <a:endParaRPr b="1"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3" name="Google Shape;1533;p102"/>
          <p:cNvSpPr/>
          <p:nvPr/>
        </p:nvSpPr>
        <p:spPr>
          <a:xfrm>
            <a:off x="2517325" y="2618950"/>
            <a:ext cx="257100" cy="25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4" name="Google Shape;1534;p102"/>
          <p:cNvSpPr/>
          <p:nvPr/>
        </p:nvSpPr>
        <p:spPr>
          <a:xfrm>
            <a:off x="2517325" y="3466675"/>
            <a:ext cx="257100" cy="477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5" name="Google Shape;1535;p102"/>
          <p:cNvSpPr/>
          <p:nvPr/>
        </p:nvSpPr>
        <p:spPr>
          <a:xfrm rot="5400000">
            <a:off x="4483825" y="1530750"/>
            <a:ext cx="257100" cy="160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6" name="Google Shape;1536;p102"/>
          <p:cNvSpPr/>
          <p:nvPr/>
        </p:nvSpPr>
        <p:spPr>
          <a:xfrm rot="-5400000">
            <a:off x="4483825" y="760625"/>
            <a:ext cx="257100" cy="160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537" name="Google Shape;1537;p102"/>
          <p:cNvGrpSpPr/>
          <p:nvPr/>
        </p:nvGrpSpPr>
        <p:grpSpPr>
          <a:xfrm>
            <a:off x="319225" y="843725"/>
            <a:ext cx="1551225" cy="997494"/>
            <a:chOff x="319225" y="843725"/>
            <a:chExt cx="1551225" cy="997494"/>
          </a:xfrm>
        </p:grpSpPr>
        <p:grpSp>
          <p:nvGrpSpPr>
            <p:cNvPr id="1538" name="Google Shape;1538;p102"/>
            <p:cNvGrpSpPr/>
            <p:nvPr/>
          </p:nvGrpSpPr>
          <p:grpSpPr>
            <a:xfrm>
              <a:off x="319225" y="843725"/>
              <a:ext cx="1161598" cy="997494"/>
              <a:chOff x="319225" y="843725"/>
              <a:chExt cx="1161598" cy="997494"/>
            </a:xfrm>
          </p:grpSpPr>
          <p:sp>
            <p:nvSpPr>
              <p:cNvPr id="1539" name="Google Shape;1539;p102"/>
              <p:cNvSpPr/>
              <p:nvPr/>
            </p:nvSpPr>
            <p:spPr>
              <a:xfrm>
                <a:off x="1084374" y="1282933"/>
                <a:ext cx="396449" cy="558286"/>
              </a:xfrm>
              <a:custGeom>
                <a:rect b="b" l="l" r="r" t="t"/>
                <a:pathLst>
                  <a:path extrusionOk="0" h="14052" w="10776">
                    <a:moveTo>
                      <a:pt x="5388" y="0"/>
                    </a:moveTo>
                    <a:cubicBezTo>
                      <a:pt x="3939" y="0"/>
                      <a:pt x="2741" y="1071"/>
                      <a:pt x="2552" y="2489"/>
                    </a:cubicBezTo>
                    <a:lnTo>
                      <a:pt x="4569" y="2489"/>
                    </a:lnTo>
                    <a:cubicBezTo>
                      <a:pt x="4789" y="2489"/>
                      <a:pt x="5010" y="2678"/>
                      <a:pt x="5010" y="2867"/>
                    </a:cubicBezTo>
                    <a:cubicBezTo>
                      <a:pt x="5010" y="3056"/>
                      <a:pt x="4789" y="3277"/>
                      <a:pt x="4569" y="3277"/>
                    </a:cubicBezTo>
                    <a:lnTo>
                      <a:pt x="2489" y="3277"/>
                    </a:lnTo>
                    <a:lnTo>
                      <a:pt x="2489" y="4096"/>
                    </a:lnTo>
                    <a:lnTo>
                      <a:pt x="4569" y="4096"/>
                    </a:lnTo>
                    <a:cubicBezTo>
                      <a:pt x="4789" y="4096"/>
                      <a:pt x="5010" y="4285"/>
                      <a:pt x="5010" y="4537"/>
                    </a:cubicBezTo>
                    <a:cubicBezTo>
                      <a:pt x="5010" y="4757"/>
                      <a:pt x="4789" y="4915"/>
                      <a:pt x="4569" y="4915"/>
                    </a:cubicBezTo>
                    <a:lnTo>
                      <a:pt x="2489" y="4915"/>
                    </a:lnTo>
                    <a:lnTo>
                      <a:pt x="2489" y="5734"/>
                    </a:lnTo>
                    <a:lnTo>
                      <a:pt x="4569" y="5734"/>
                    </a:lnTo>
                    <a:cubicBezTo>
                      <a:pt x="4789" y="5734"/>
                      <a:pt x="5010" y="5955"/>
                      <a:pt x="5010" y="6144"/>
                    </a:cubicBezTo>
                    <a:cubicBezTo>
                      <a:pt x="5010" y="6396"/>
                      <a:pt x="4789" y="6585"/>
                      <a:pt x="4569" y="6585"/>
                    </a:cubicBezTo>
                    <a:lnTo>
                      <a:pt x="2552" y="6585"/>
                    </a:lnTo>
                    <a:cubicBezTo>
                      <a:pt x="2741" y="7845"/>
                      <a:pt x="3750" y="8822"/>
                      <a:pt x="5010" y="9011"/>
                    </a:cubicBezTo>
                    <a:lnTo>
                      <a:pt x="5010" y="9861"/>
                    </a:lnTo>
                    <a:cubicBezTo>
                      <a:pt x="2804" y="9641"/>
                      <a:pt x="1072" y="7876"/>
                      <a:pt x="851" y="5671"/>
                    </a:cubicBezTo>
                    <a:lnTo>
                      <a:pt x="851" y="5671"/>
                    </a:lnTo>
                    <a:cubicBezTo>
                      <a:pt x="977" y="5703"/>
                      <a:pt x="1135" y="5734"/>
                      <a:pt x="1261" y="5734"/>
                    </a:cubicBezTo>
                    <a:cubicBezTo>
                      <a:pt x="1418" y="5734"/>
                      <a:pt x="1544" y="5703"/>
                      <a:pt x="1702" y="5671"/>
                    </a:cubicBezTo>
                    <a:lnTo>
                      <a:pt x="1702" y="3340"/>
                    </a:lnTo>
                    <a:cubicBezTo>
                      <a:pt x="1576" y="3308"/>
                      <a:pt x="1418" y="3277"/>
                      <a:pt x="1261" y="3277"/>
                    </a:cubicBezTo>
                    <a:cubicBezTo>
                      <a:pt x="599" y="3277"/>
                      <a:pt x="0" y="3812"/>
                      <a:pt x="0" y="4537"/>
                    </a:cubicBezTo>
                    <a:lnTo>
                      <a:pt x="0" y="5356"/>
                    </a:lnTo>
                    <a:cubicBezTo>
                      <a:pt x="0" y="8191"/>
                      <a:pt x="2206" y="10523"/>
                      <a:pt x="4947" y="10712"/>
                    </a:cubicBezTo>
                    <a:lnTo>
                      <a:pt x="4947" y="11657"/>
                    </a:lnTo>
                    <a:cubicBezTo>
                      <a:pt x="4002" y="11846"/>
                      <a:pt x="3308" y="12697"/>
                      <a:pt x="3308" y="13673"/>
                    </a:cubicBezTo>
                    <a:cubicBezTo>
                      <a:pt x="3308" y="13894"/>
                      <a:pt x="3497" y="14051"/>
                      <a:pt x="3750" y="14051"/>
                    </a:cubicBezTo>
                    <a:lnTo>
                      <a:pt x="7058" y="14051"/>
                    </a:lnTo>
                    <a:cubicBezTo>
                      <a:pt x="7278" y="14051"/>
                      <a:pt x="7436" y="13862"/>
                      <a:pt x="7436" y="13673"/>
                    </a:cubicBezTo>
                    <a:cubicBezTo>
                      <a:pt x="7436" y="12697"/>
                      <a:pt x="6743" y="11815"/>
                      <a:pt x="5797" y="11657"/>
                    </a:cubicBezTo>
                    <a:lnTo>
                      <a:pt x="5797" y="10712"/>
                    </a:lnTo>
                    <a:cubicBezTo>
                      <a:pt x="8570" y="10523"/>
                      <a:pt x="10775" y="8191"/>
                      <a:pt x="10775" y="5356"/>
                    </a:cubicBezTo>
                    <a:lnTo>
                      <a:pt x="10775" y="4537"/>
                    </a:lnTo>
                    <a:cubicBezTo>
                      <a:pt x="10775" y="3875"/>
                      <a:pt x="10240" y="3277"/>
                      <a:pt x="9515" y="3277"/>
                    </a:cubicBezTo>
                    <a:cubicBezTo>
                      <a:pt x="9357" y="3277"/>
                      <a:pt x="9263" y="3308"/>
                      <a:pt x="9137" y="3340"/>
                    </a:cubicBezTo>
                    <a:lnTo>
                      <a:pt x="9137" y="5671"/>
                    </a:lnTo>
                    <a:cubicBezTo>
                      <a:pt x="9263" y="5703"/>
                      <a:pt x="9420" y="5734"/>
                      <a:pt x="9515" y="5734"/>
                    </a:cubicBezTo>
                    <a:cubicBezTo>
                      <a:pt x="9672" y="5734"/>
                      <a:pt x="9798" y="5703"/>
                      <a:pt x="9925" y="5671"/>
                    </a:cubicBezTo>
                    <a:lnTo>
                      <a:pt x="9925" y="5671"/>
                    </a:lnTo>
                    <a:cubicBezTo>
                      <a:pt x="9767" y="7876"/>
                      <a:pt x="8003" y="9641"/>
                      <a:pt x="5797" y="9861"/>
                    </a:cubicBezTo>
                    <a:lnTo>
                      <a:pt x="5797" y="9011"/>
                    </a:lnTo>
                    <a:cubicBezTo>
                      <a:pt x="7058" y="8822"/>
                      <a:pt x="8034" y="7845"/>
                      <a:pt x="8223" y="6585"/>
                    </a:cubicBezTo>
                    <a:lnTo>
                      <a:pt x="6207" y="6585"/>
                    </a:lnTo>
                    <a:cubicBezTo>
                      <a:pt x="5986" y="6585"/>
                      <a:pt x="5829" y="6396"/>
                      <a:pt x="5829" y="6144"/>
                    </a:cubicBezTo>
                    <a:cubicBezTo>
                      <a:pt x="5829" y="5892"/>
                      <a:pt x="6018" y="5734"/>
                      <a:pt x="6207" y="5734"/>
                    </a:cubicBezTo>
                    <a:lnTo>
                      <a:pt x="8318" y="5734"/>
                    </a:lnTo>
                    <a:lnTo>
                      <a:pt x="8318" y="4915"/>
                    </a:lnTo>
                    <a:lnTo>
                      <a:pt x="6207" y="4915"/>
                    </a:lnTo>
                    <a:cubicBezTo>
                      <a:pt x="5986" y="4915"/>
                      <a:pt x="5829" y="4726"/>
                      <a:pt x="5829" y="4537"/>
                    </a:cubicBezTo>
                    <a:cubicBezTo>
                      <a:pt x="5829" y="4285"/>
                      <a:pt x="6018" y="4096"/>
                      <a:pt x="6207" y="4096"/>
                    </a:cubicBezTo>
                    <a:lnTo>
                      <a:pt x="8318" y="4096"/>
                    </a:lnTo>
                    <a:lnTo>
                      <a:pt x="8318" y="3277"/>
                    </a:lnTo>
                    <a:lnTo>
                      <a:pt x="6207" y="3277"/>
                    </a:lnTo>
                    <a:cubicBezTo>
                      <a:pt x="5986" y="3277"/>
                      <a:pt x="5829" y="3056"/>
                      <a:pt x="5829" y="2867"/>
                    </a:cubicBezTo>
                    <a:cubicBezTo>
                      <a:pt x="5829" y="2678"/>
                      <a:pt x="6018" y="2489"/>
                      <a:pt x="6207" y="2489"/>
                    </a:cubicBezTo>
                    <a:lnTo>
                      <a:pt x="8223" y="2489"/>
                    </a:lnTo>
                    <a:cubicBezTo>
                      <a:pt x="8034" y="1071"/>
                      <a:pt x="6806" y="0"/>
                      <a:pt x="53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102"/>
              <p:cNvSpPr/>
              <p:nvPr/>
            </p:nvSpPr>
            <p:spPr>
              <a:xfrm>
                <a:off x="319225" y="843725"/>
                <a:ext cx="640500" cy="618300"/>
              </a:xfrm>
              <a:prstGeom prst="pie">
                <a:avLst>
                  <a:gd fmla="val 1475880" name="adj1"/>
                  <a:gd fmla="val 19895254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41" name="Google Shape;1541;p102"/>
              <p:cNvCxnSpPr/>
              <p:nvPr/>
            </p:nvCxnSpPr>
            <p:spPr>
              <a:xfrm flipH="1" rot="10800000">
                <a:off x="952500" y="971875"/>
                <a:ext cx="155400" cy="1134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2" name="Google Shape;1542;p102"/>
              <p:cNvCxnSpPr/>
              <p:nvPr/>
            </p:nvCxnSpPr>
            <p:spPr>
              <a:xfrm flipH="1" rot="10800000">
                <a:off x="1003050" y="1138375"/>
                <a:ext cx="206700" cy="25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3" name="Google Shape;1543;p102"/>
              <p:cNvCxnSpPr/>
              <p:nvPr/>
            </p:nvCxnSpPr>
            <p:spPr>
              <a:xfrm>
                <a:off x="952500" y="1217275"/>
                <a:ext cx="155400" cy="123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44" name="Google Shape;1544;p102"/>
            <p:cNvSpPr/>
            <p:nvPr/>
          </p:nvSpPr>
          <p:spPr>
            <a:xfrm rot="-5400000">
              <a:off x="1581400" y="1401575"/>
              <a:ext cx="257100" cy="3210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545" name="Google Shape;1545;p102"/>
          <p:cNvSpPr/>
          <p:nvPr/>
        </p:nvSpPr>
        <p:spPr>
          <a:xfrm rot="-5400000">
            <a:off x="4483825" y="3450975"/>
            <a:ext cx="257100" cy="160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46" name="Google Shape;1546;p102" title="Recording metahuman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8475" y="3130075"/>
            <a:ext cx="2342504" cy="170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03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Progress and Results</a:t>
            </a:r>
            <a:endParaRPr sz="4100"/>
          </a:p>
        </p:txBody>
      </p:sp>
      <p:sp>
        <p:nvSpPr>
          <p:cNvPr id="1552" name="Google Shape;1552;p103"/>
          <p:cNvSpPr txBox="1"/>
          <p:nvPr>
            <p:ph idx="1" type="subTitle"/>
          </p:nvPr>
        </p:nvSpPr>
        <p:spPr>
          <a:xfrm>
            <a:off x="720000" y="3311500"/>
            <a:ext cx="40449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Current Status, Preliminary Comparison</a:t>
            </a:r>
            <a:endParaRPr sz="1700"/>
          </a:p>
        </p:txBody>
      </p:sp>
      <p:sp>
        <p:nvSpPr>
          <p:cNvPr id="1553" name="Google Shape;1553;p103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554" name="Google Shape;1554;p103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1555" name="Google Shape;1555;p103"/>
            <p:cNvSpPr/>
            <p:nvPr/>
          </p:nvSpPr>
          <p:spPr>
            <a:xfrm>
              <a:off x="8185993" y="219687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03"/>
            <p:cNvSpPr/>
            <p:nvPr/>
          </p:nvSpPr>
          <p:spPr>
            <a:xfrm>
              <a:off x="5504532" y="4432120"/>
              <a:ext cx="3102092" cy="126184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7" name="Google Shape;1557;p103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1558" name="Google Shape;1558;p103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rect b="b" l="l" r="r" t="t"/>
                <a:pathLst>
                  <a:path extrusionOk="0" h="5428" w="18123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103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rect b="b" l="l" r="r" t="t"/>
                <a:pathLst>
                  <a:path extrusionOk="0" h="29368" w="39237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103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rect b="b" l="l" r="r" t="t"/>
                <a:pathLst>
                  <a:path extrusionOk="0" h="26433" w="39237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103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rect b="b" l="l" r="r" t="t"/>
                <a:pathLst>
                  <a:path extrusionOk="0" h="23193" w="36291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103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rect b="b" l="l" r="r" t="t"/>
                <a:pathLst>
                  <a:path extrusionOk="0" h="22962" w="36061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103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1564" name="Google Shape;1564;p103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1565" name="Google Shape;1565;p103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rect b="b" l="l" r="r" t="t"/>
                  <a:pathLst>
                    <a:path extrusionOk="0" h="14745" w="15055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1905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6" name="Google Shape;1566;p103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rect b="b" l="l" r="r" t="t"/>
                  <a:pathLst>
                    <a:path extrusionOk="0" h="12402" w="12627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67" name="Google Shape;1567;p103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rect b="b" l="l" r="r" t="t"/>
                <a:pathLst>
                  <a:path extrusionOk="0" h="5082" w="6303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103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1569" name="Google Shape;1569;p103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rect b="b" l="l" r="r" t="t"/>
                <a:pathLst>
                  <a:path extrusionOk="0" h="14704" w="15016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103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rect b="b" l="l" r="r" t="t"/>
                <a:pathLst>
                  <a:path extrusionOk="0" h="12368" w="12587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103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rect b="b" l="l" r="r" t="t"/>
                <a:pathLst>
                  <a:path extrusionOk="0" h="5060" w="6273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2" name="Google Shape;1572;p103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1573" name="Google Shape;1573;p103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rect b="b" l="l" r="r" t="t"/>
                <a:pathLst>
                  <a:path extrusionOk="0" h="13813" w="13812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103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rect b="b" l="l" r="r" t="t"/>
                <a:pathLst>
                  <a:path extrusionOk="0" h="16661" w="16662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103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rect b="b" l="l" r="r" t="t"/>
                <a:pathLst>
                  <a:path extrusionOk="0" h="9566" w="8777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76" name="Google Shape;1576;p103"/>
            <p:cNvSpPr/>
            <p:nvPr/>
          </p:nvSpPr>
          <p:spPr>
            <a:xfrm>
              <a:off x="8399355" y="3558815"/>
              <a:ext cx="337021" cy="271928"/>
            </a:xfrm>
            <a:custGeom>
              <a:rect b="b" l="l" r="r" t="t"/>
              <a:pathLst>
                <a:path extrusionOk="0" fill="none" h="4282" w="5307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103"/>
            <p:cNvSpPr/>
            <p:nvPr/>
          </p:nvSpPr>
          <p:spPr>
            <a:xfrm>
              <a:off x="6054669" y="4040401"/>
              <a:ext cx="411957" cy="412274"/>
            </a:xfrm>
            <a:custGeom>
              <a:rect b="b" l="l" r="r" t="t"/>
              <a:pathLst>
                <a:path extrusionOk="0" fill="none" h="6492" w="6487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103"/>
            <p:cNvSpPr/>
            <p:nvPr/>
          </p:nvSpPr>
          <p:spPr>
            <a:xfrm>
              <a:off x="6379556" y="178092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79" name="Google Shape;1579;p103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1580" name="Google Shape;1580;p103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rect b="b" l="l" r="r" t="t"/>
                <a:pathLst>
                  <a:path extrusionOk="0" h="13767" w="13767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103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rect b="b" l="l" r="r" t="t"/>
                <a:pathLst>
                  <a:path extrusionOk="0" h="16604" w="16615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103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rect b="b" l="l" r="r" t="t"/>
                <a:pathLst>
                  <a:path extrusionOk="0" fill="none" h="6487" w="6492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28575">
                <a:solidFill>
                  <a:schemeClr val="accent4"/>
                </a:solidFill>
                <a:prstDash val="solid"/>
                <a:miter lim="57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3" name="Google Shape;1583;p103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1584" name="Google Shape;1584;p103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103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103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1587" name="Google Shape;1587;p103"/>
          <p:cNvCxnSpPr>
            <a:stCxn id="1552" idx="3"/>
          </p:cNvCxnSpPr>
          <p:nvPr/>
        </p:nvCxnSpPr>
        <p:spPr>
          <a:xfrm flipH="1" rot="10800000">
            <a:off x="4764900" y="1187350"/>
            <a:ext cx="240900" cy="2436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588" name="Google Shape;1588;p103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10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Whisper SR, ChatGPT and OpenAI TTS</a:t>
            </a:r>
            <a:endParaRPr sz="2900"/>
          </a:p>
        </p:txBody>
      </p:sp>
      <p:sp>
        <p:nvSpPr>
          <p:cNvPr id="1594" name="Google Shape;1594;p104"/>
          <p:cNvSpPr txBox="1"/>
          <p:nvPr/>
        </p:nvSpPr>
        <p:spPr>
          <a:xfrm>
            <a:off x="720000" y="4247775"/>
            <a:ext cx="770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Observations</a:t>
            </a:r>
            <a:r>
              <a:rPr lang="en"/>
              <a:t>: Speech accuracy </a:t>
            </a:r>
            <a:r>
              <a:rPr lang="en"/>
              <a:t>and</a:t>
            </a:r>
            <a:r>
              <a:rPr lang="en"/>
              <a:t> response timing.</a:t>
            </a:r>
            <a:endParaRPr/>
          </a:p>
        </p:txBody>
      </p:sp>
      <p:pic>
        <p:nvPicPr>
          <p:cNvPr id="1595" name="Google Shape;1595;p104" title="12月7日 whisper 2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0225" y="1093925"/>
            <a:ext cx="4103554" cy="307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0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Realtime API</a:t>
            </a:r>
            <a:endParaRPr/>
          </a:p>
        </p:txBody>
      </p:sp>
      <p:sp>
        <p:nvSpPr>
          <p:cNvPr id="1601" name="Google Shape;1601;p105"/>
          <p:cNvSpPr txBox="1"/>
          <p:nvPr/>
        </p:nvSpPr>
        <p:spPr>
          <a:xfrm>
            <a:off x="672250" y="4411600"/>
            <a:ext cx="770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Observations</a:t>
            </a:r>
            <a:r>
              <a:rPr lang="en"/>
              <a:t>: Speech accuracy and response timing.</a:t>
            </a:r>
            <a:endParaRPr/>
          </a:p>
        </p:txBody>
      </p:sp>
      <p:pic>
        <p:nvPicPr>
          <p:cNvPr id="1602" name="Google Shape;1602;p105" title="12月7日 openai api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3275" y="1093925"/>
            <a:ext cx="4321951" cy="324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06"/>
          <p:cNvSpPr txBox="1"/>
          <p:nvPr>
            <p:ph type="title"/>
          </p:nvPr>
        </p:nvSpPr>
        <p:spPr>
          <a:xfrm>
            <a:off x="720000" y="2817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Preliminary Comparison</a:t>
            </a:r>
            <a:endParaRPr/>
          </a:p>
        </p:txBody>
      </p:sp>
      <p:pic>
        <p:nvPicPr>
          <p:cNvPr id="1608" name="Google Shape;1608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350" y="1112550"/>
            <a:ext cx="5407427" cy="32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106"/>
          <p:cNvSpPr txBox="1"/>
          <p:nvPr/>
        </p:nvSpPr>
        <p:spPr>
          <a:xfrm>
            <a:off x="5984775" y="417663"/>
            <a:ext cx="3093600" cy="45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Speed Comparison: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OpenAI Realtime API demonstrates faster average response times compared to Whisper, GPT-3.5, and TTS.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Accuracy Comparison: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However, accuracy remains uncertain, as the OpenAI Realtime API showed occasional misrecognitions. Further testing is required to validate its reliability.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107"/>
          <p:cNvSpPr txBox="1"/>
          <p:nvPr>
            <p:ph idx="1" type="subTitle"/>
          </p:nvPr>
        </p:nvSpPr>
        <p:spPr>
          <a:xfrm>
            <a:off x="812400" y="1527650"/>
            <a:ext cx="3471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Sora"/>
                <a:ea typeface="Sora"/>
                <a:cs typeface="Sora"/>
                <a:sym typeface="Sora"/>
              </a:rPr>
              <a:t>1. Testing Status:</a:t>
            </a:r>
            <a:endParaRPr b="1" sz="1700">
              <a:latin typeface="Sora"/>
              <a:ea typeface="Sora"/>
              <a:cs typeface="Sora"/>
              <a:sym typeface="Sora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We have not yet begun testing the real-time interaction performance of the two methods on a fully implemented Metahuman model.</a:t>
            </a:r>
            <a:endParaRPr sz="17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results shared are based on a single demo test, not comprehensive evaluation.</a:t>
            </a:r>
            <a:endParaRPr sz="2800"/>
          </a:p>
        </p:txBody>
      </p:sp>
      <p:grpSp>
        <p:nvGrpSpPr>
          <p:cNvPr id="1615" name="Google Shape;1615;p107"/>
          <p:cNvGrpSpPr/>
          <p:nvPr/>
        </p:nvGrpSpPr>
        <p:grpSpPr>
          <a:xfrm>
            <a:off x="4379675" y="2744720"/>
            <a:ext cx="2079551" cy="2198073"/>
            <a:chOff x="5824825" y="1527650"/>
            <a:chExt cx="2854173" cy="2794752"/>
          </a:xfrm>
        </p:grpSpPr>
        <p:sp>
          <p:nvSpPr>
            <p:cNvPr id="1616" name="Google Shape;1616;p107"/>
            <p:cNvSpPr/>
            <p:nvPr/>
          </p:nvSpPr>
          <p:spPr>
            <a:xfrm>
              <a:off x="6851449" y="4087375"/>
              <a:ext cx="681552" cy="126175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107"/>
            <p:cNvSpPr/>
            <p:nvPr/>
          </p:nvSpPr>
          <p:spPr>
            <a:xfrm>
              <a:off x="7477175" y="4122900"/>
              <a:ext cx="1157331" cy="199500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107"/>
            <p:cNvSpPr/>
            <p:nvPr/>
          </p:nvSpPr>
          <p:spPr>
            <a:xfrm>
              <a:off x="5974449" y="4087375"/>
              <a:ext cx="681552" cy="126175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9" name="Google Shape;1619;p107"/>
            <p:cNvGrpSpPr/>
            <p:nvPr/>
          </p:nvGrpSpPr>
          <p:grpSpPr>
            <a:xfrm>
              <a:off x="5824825" y="1527650"/>
              <a:ext cx="2854173" cy="2794752"/>
              <a:chOff x="5824825" y="1527650"/>
              <a:chExt cx="2854173" cy="2794752"/>
            </a:xfrm>
          </p:grpSpPr>
          <p:sp>
            <p:nvSpPr>
              <p:cNvPr id="1620" name="Google Shape;1620;p107"/>
              <p:cNvSpPr/>
              <p:nvPr/>
            </p:nvSpPr>
            <p:spPr>
              <a:xfrm>
                <a:off x="6408134" y="1694871"/>
                <a:ext cx="256051" cy="259184"/>
              </a:xfrm>
              <a:custGeom>
                <a:rect b="b" l="l" r="r" t="t"/>
                <a:pathLst>
                  <a:path extrusionOk="0" h="4219" w="4168">
                    <a:moveTo>
                      <a:pt x="1" y="3482"/>
                    </a:moveTo>
                    <a:lnTo>
                      <a:pt x="2907" y="4219"/>
                    </a:lnTo>
                    <a:cubicBezTo>
                      <a:pt x="3143" y="3528"/>
                      <a:pt x="3592" y="2936"/>
                      <a:pt x="4167" y="2521"/>
                    </a:cubicBezTo>
                    <a:lnTo>
                      <a:pt x="2550" y="1"/>
                    </a:lnTo>
                    <a:cubicBezTo>
                      <a:pt x="1348" y="835"/>
                      <a:pt x="438" y="2061"/>
                      <a:pt x="1" y="34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107"/>
              <p:cNvSpPr/>
              <p:nvPr/>
            </p:nvSpPr>
            <p:spPr>
              <a:xfrm>
                <a:off x="6724577" y="1833832"/>
                <a:ext cx="467808" cy="591841"/>
              </a:xfrm>
              <a:custGeom>
                <a:rect b="b" l="l" r="r" t="t"/>
                <a:pathLst>
                  <a:path extrusionOk="0" h="9634" w="7615">
                    <a:moveTo>
                      <a:pt x="1094" y="9634"/>
                    </a:moveTo>
                    <a:cubicBezTo>
                      <a:pt x="4691" y="9634"/>
                      <a:pt x="7614" y="6705"/>
                      <a:pt x="7614" y="3114"/>
                    </a:cubicBezTo>
                    <a:cubicBezTo>
                      <a:pt x="7614" y="1986"/>
                      <a:pt x="7326" y="927"/>
                      <a:pt x="6820" y="0"/>
                    </a:cubicBezTo>
                    <a:lnTo>
                      <a:pt x="4259" y="1560"/>
                    </a:lnTo>
                    <a:cubicBezTo>
                      <a:pt x="4489" y="2026"/>
                      <a:pt x="4622" y="2550"/>
                      <a:pt x="4622" y="3114"/>
                    </a:cubicBezTo>
                    <a:cubicBezTo>
                      <a:pt x="4622" y="5065"/>
                      <a:pt x="3039" y="6641"/>
                      <a:pt x="1094" y="6641"/>
                    </a:cubicBezTo>
                    <a:cubicBezTo>
                      <a:pt x="950" y="6641"/>
                      <a:pt x="806" y="6630"/>
                      <a:pt x="668" y="6613"/>
                    </a:cubicBezTo>
                    <a:lnTo>
                      <a:pt x="1" y="9536"/>
                    </a:lnTo>
                    <a:cubicBezTo>
                      <a:pt x="352" y="9594"/>
                      <a:pt x="720" y="9634"/>
                      <a:pt x="1094" y="9634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107"/>
              <p:cNvSpPr/>
              <p:nvPr/>
            </p:nvSpPr>
            <p:spPr>
              <a:xfrm>
                <a:off x="6363964" y="1606469"/>
                <a:ext cx="853482" cy="853543"/>
              </a:xfrm>
              <a:custGeom>
                <a:rect b="b" l="l" r="r" t="t"/>
                <a:pathLst>
                  <a:path extrusionOk="0" h="13894" w="13893">
                    <a:moveTo>
                      <a:pt x="12264" y="6953"/>
                    </a:moveTo>
                    <a:cubicBezTo>
                      <a:pt x="12264" y="3966"/>
                      <a:pt x="9836" y="1537"/>
                      <a:pt x="6849" y="1537"/>
                    </a:cubicBezTo>
                    <a:cubicBezTo>
                      <a:pt x="3862" y="1537"/>
                      <a:pt x="1434" y="3966"/>
                      <a:pt x="1434" y="6953"/>
                    </a:cubicBezTo>
                    <a:cubicBezTo>
                      <a:pt x="1434" y="9940"/>
                      <a:pt x="3862" y="12368"/>
                      <a:pt x="6849" y="12368"/>
                    </a:cubicBezTo>
                    <a:cubicBezTo>
                      <a:pt x="9836" y="12368"/>
                      <a:pt x="12264" y="9940"/>
                      <a:pt x="12264" y="6953"/>
                    </a:cubicBezTo>
                    <a:close/>
                    <a:moveTo>
                      <a:pt x="1497" y="6953"/>
                    </a:moveTo>
                    <a:cubicBezTo>
                      <a:pt x="1497" y="4001"/>
                      <a:pt x="3902" y="1607"/>
                      <a:pt x="6843" y="1607"/>
                    </a:cubicBezTo>
                    <a:cubicBezTo>
                      <a:pt x="9790" y="1607"/>
                      <a:pt x="12189" y="4012"/>
                      <a:pt x="12189" y="6953"/>
                    </a:cubicBezTo>
                    <a:cubicBezTo>
                      <a:pt x="12189" y="9893"/>
                      <a:pt x="9784" y="12299"/>
                      <a:pt x="6843" y="12299"/>
                    </a:cubicBezTo>
                    <a:cubicBezTo>
                      <a:pt x="3902" y="12299"/>
                      <a:pt x="1497" y="9899"/>
                      <a:pt x="1497" y="6953"/>
                    </a:cubicBezTo>
                    <a:close/>
                    <a:moveTo>
                      <a:pt x="12914" y="7016"/>
                    </a:moveTo>
                    <a:lnTo>
                      <a:pt x="12914" y="6884"/>
                    </a:lnTo>
                    <a:lnTo>
                      <a:pt x="13893" y="6884"/>
                    </a:lnTo>
                    <a:lnTo>
                      <a:pt x="13893" y="7016"/>
                    </a:lnTo>
                    <a:close/>
                    <a:moveTo>
                      <a:pt x="979" y="6884"/>
                    </a:moveTo>
                    <a:lnTo>
                      <a:pt x="979" y="7016"/>
                    </a:lnTo>
                    <a:lnTo>
                      <a:pt x="1" y="7016"/>
                    </a:lnTo>
                    <a:lnTo>
                      <a:pt x="1" y="6884"/>
                    </a:lnTo>
                    <a:close/>
                    <a:moveTo>
                      <a:pt x="12886" y="6360"/>
                    </a:moveTo>
                    <a:lnTo>
                      <a:pt x="13858" y="6274"/>
                    </a:lnTo>
                    <a:lnTo>
                      <a:pt x="13870" y="6406"/>
                    </a:lnTo>
                    <a:lnTo>
                      <a:pt x="12897" y="6492"/>
                    </a:lnTo>
                    <a:close/>
                    <a:moveTo>
                      <a:pt x="1008" y="7534"/>
                    </a:moveTo>
                    <a:lnTo>
                      <a:pt x="35" y="7620"/>
                    </a:lnTo>
                    <a:lnTo>
                      <a:pt x="24" y="7488"/>
                    </a:lnTo>
                    <a:lnTo>
                      <a:pt x="996" y="7402"/>
                    </a:lnTo>
                    <a:close/>
                    <a:moveTo>
                      <a:pt x="12805" y="5854"/>
                    </a:moveTo>
                    <a:lnTo>
                      <a:pt x="13760" y="5681"/>
                    </a:lnTo>
                    <a:lnTo>
                      <a:pt x="13783" y="5808"/>
                    </a:lnTo>
                    <a:lnTo>
                      <a:pt x="12828" y="5980"/>
                    </a:lnTo>
                    <a:close/>
                    <a:moveTo>
                      <a:pt x="1083" y="8052"/>
                    </a:moveTo>
                    <a:lnTo>
                      <a:pt x="121" y="8225"/>
                    </a:lnTo>
                    <a:lnTo>
                      <a:pt x="104" y="8098"/>
                    </a:lnTo>
                    <a:lnTo>
                      <a:pt x="1059" y="7925"/>
                    </a:lnTo>
                    <a:close/>
                    <a:moveTo>
                      <a:pt x="12690" y="5341"/>
                    </a:moveTo>
                    <a:lnTo>
                      <a:pt x="13634" y="5088"/>
                    </a:lnTo>
                    <a:lnTo>
                      <a:pt x="13668" y="5221"/>
                    </a:lnTo>
                    <a:lnTo>
                      <a:pt x="12725" y="5468"/>
                    </a:lnTo>
                    <a:close/>
                    <a:moveTo>
                      <a:pt x="1198" y="8564"/>
                    </a:moveTo>
                    <a:lnTo>
                      <a:pt x="254" y="8817"/>
                    </a:lnTo>
                    <a:lnTo>
                      <a:pt x="219" y="8685"/>
                    </a:lnTo>
                    <a:lnTo>
                      <a:pt x="1157" y="8432"/>
                    </a:lnTo>
                    <a:close/>
                    <a:moveTo>
                      <a:pt x="12523" y="4852"/>
                    </a:moveTo>
                    <a:lnTo>
                      <a:pt x="13438" y="4518"/>
                    </a:lnTo>
                    <a:lnTo>
                      <a:pt x="13484" y="4645"/>
                    </a:lnTo>
                    <a:lnTo>
                      <a:pt x="12569" y="4973"/>
                    </a:lnTo>
                    <a:close/>
                    <a:moveTo>
                      <a:pt x="1359" y="9053"/>
                    </a:moveTo>
                    <a:lnTo>
                      <a:pt x="444" y="9381"/>
                    </a:lnTo>
                    <a:lnTo>
                      <a:pt x="403" y="9260"/>
                    </a:lnTo>
                    <a:lnTo>
                      <a:pt x="1318" y="8932"/>
                    </a:lnTo>
                    <a:close/>
                    <a:moveTo>
                      <a:pt x="12322" y="4369"/>
                    </a:moveTo>
                    <a:lnTo>
                      <a:pt x="13208" y="3960"/>
                    </a:lnTo>
                    <a:lnTo>
                      <a:pt x="13265" y="4081"/>
                    </a:lnTo>
                    <a:lnTo>
                      <a:pt x="12379" y="4490"/>
                    </a:lnTo>
                    <a:close/>
                    <a:moveTo>
                      <a:pt x="1560" y="9537"/>
                    </a:moveTo>
                    <a:lnTo>
                      <a:pt x="680" y="9945"/>
                    </a:lnTo>
                    <a:lnTo>
                      <a:pt x="622" y="9824"/>
                    </a:lnTo>
                    <a:lnTo>
                      <a:pt x="1503" y="9410"/>
                    </a:lnTo>
                    <a:close/>
                    <a:moveTo>
                      <a:pt x="12080" y="3908"/>
                    </a:moveTo>
                    <a:lnTo>
                      <a:pt x="12920" y="3419"/>
                    </a:lnTo>
                    <a:lnTo>
                      <a:pt x="12983" y="3534"/>
                    </a:lnTo>
                    <a:lnTo>
                      <a:pt x="12143" y="4024"/>
                    </a:lnTo>
                    <a:close/>
                    <a:moveTo>
                      <a:pt x="1808" y="9997"/>
                    </a:moveTo>
                    <a:lnTo>
                      <a:pt x="962" y="10486"/>
                    </a:lnTo>
                    <a:lnTo>
                      <a:pt x="898" y="10371"/>
                    </a:lnTo>
                    <a:lnTo>
                      <a:pt x="1744" y="9882"/>
                    </a:lnTo>
                    <a:close/>
                    <a:moveTo>
                      <a:pt x="11792" y="3477"/>
                    </a:moveTo>
                    <a:lnTo>
                      <a:pt x="12586" y="2919"/>
                    </a:lnTo>
                    <a:lnTo>
                      <a:pt x="12667" y="3022"/>
                    </a:lnTo>
                    <a:lnTo>
                      <a:pt x="11867" y="3586"/>
                    </a:lnTo>
                    <a:close/>
                    <a:moveTo>
                      <a:pt x="2095" y="10429"/>
                    </a:moveTo>
                    <a:lnTo>
                      <a:pt x="1295" y="10987"/>
                    </a:lnTo>
                    <a:lnTo>
                      <a:pt x="1215" y="10878"/>
                    </a:lnTo>
                    <a:lnTo>
                      <a:pt x="2015" y="10319"/>
                    </a:lnTo>
                    <a:close/>
                    <a:moveTo>
                      <a:pt x="11476" y="3068"/>
                    </a:moveTo>
                    <a:lnTo>
                      <a:pt x="12224" y="2441"/>
                    </a:lnTo>
                    <a:lnTo>
                      <a:pt x="12310" y="2545"/>
                    </a:lnTo>
                    <a:lnTo>
                      <a:pt x="11562" y="3166"/>
                    </a:lnTo>
                    <a:close/>
                    <a:moveTo>
                      <a:pt x="2418" y="10837"/>
                    </a:moveTo>
                    <a:lnTo>
                      <a:pt x="1669" y="11465"/>
                    </a:lnTo>
                    <a:lnTo>
                      <a:pt x="1583" y="11361"/>
                    </a:lnTo>
                    <a:lnTo>
                      <a:pt x="2331" y="10734"/>
                    </a:lnTo>
                    <a:close/>
                    <a:moveTo>
                      <a:pt x="11113" y="2688"/>
                    </a:moveTo>
                    <a:lnTo>
                      <a:pt x="11804" y="1998"/>
                    </a:lnTo>
                    <a:lnTo>
                      <a:pt x="11902" y="2090"/>
                    </a:lnTo>
                    <a:lnTo>
                      <a:pt x="11211" y="2781"/>
                    </a:lnTo>
                    <a:close/>
                    <a:moveTo>
                      <a:pt x="2769" y="11217"/>
                    </a:moveTo>
                    <a:lnTo>
                      <a:pt x="2078" y="11908"/>
                    </a:lnTo>
                    <a:lnTo>
                      <a:pt x="1986" y="11816"/>
                    </a:lnTo>
                    <a:lnTo>
                      <a:pt x="2677" y="11125"/>
                    </a:lnTo>
                    <a:close/>
                    <a:moveTo>
                      <a:pt x="10728" y="2343"/>
                    </a:moveTo>
                    <a:lnTo>
                      <a:pt x="11355" y="1595"/>
                    </a:lnTo>
                    <a:lnTo>
                      <a:pt x="11453" y="1676"/>
                    </a:lnTo>
                    <a:lnTo>
                      <a:pt x="10825" y="2424"/>
                    </a:lnTo>
                    <a:close/>
                    <a:moveTo>
                      <a:pt x="3160" y="11562"/>
                    </a:moveTo>
                    <a:lnTo>
                      <a:pt x="2533" y="12311"/>
                    </a:lnTo>
                    <a:lnTo>
                      <a:pt x="2429" y="12224"/>
                    </a:lnTo>
                    <a:lnTo>
                      <a:pt x="3056" y="11476"/>
                    </a:lnTo>
                    <a:close/>
                    <a:moveTo>
                      <a:pt x="10307" y="2027"/>
                    </a:moveTo>
                    <a:lnTo>
                      <a:pt x="10871" y="1227"/>
                    </a:lnTo>
                    <a:lnTo>
                      <a:pt x="10981" y="1307"/>
                    </a:lnTo>
                    <a:lnTo>
                      <a:pt x="10417" y="2101"/>
                    </a:lnTo>
                    <a:close/>
                    <a:moveTo>
                      <a:pt x="3574" y="11879"/>
                    </a:moveTo>
                    <a:lnTo>
                      <a:pt x="3016" y="12679"/>
                    </a:lnTo>
                    <a:lnTo>
                      <a:pt x="2907" y="12598"/>
                    </a:lnTo>
                    <a:lnTo>
                      <a:pt x="3471" y="11798"/>
                    </a:lnTo>
                    <a:close/>
                    <a:moveTo>
                      <a:pt x="9870" y="1750"/>
                    </a:moveTo>
                    <a:lnTo>
                      <a:pt x="10359" y="910"/>
                    </a:lnTo>
                    <a:lnTo>
                      <a:pt x="10474" y="974"/>
                    </a:lnTo>
                    <a:lnTo>
                      <a:pt x="9985" y="1814"/>
                    </a:lnTo>
                    <a:close/>
                    <a:moveTo>
                      <a:pt x="4017" y="12155"/>
                    </a:moveTo>
                    <a:lnTo>
                      <a:pt x="3528" y="12995"/>
                    </a:lnTo>
                    <a:lnTo>
                      <a:pt x="3413" y="12932"/>
                    </a:lnTo>
                    <a:lnTo>
                      <a:pt x="3902" y="12086"/>
                    </a:lnTo>
                    <a:close/>
                    <a:moveTo>
                      <a:pt x="9404" y="1514"/>
                    </a:moveTo>
                    <a:lnTo>
                      <a:pt x="9813" y="628"/>
                    </a:lnTo>
                    <a:lnTo>
                      <a:pt x="9933" y="686"/>
                    </a:lnTo>
                    <a:lnTo>
                      <a:pt x="9525" y="1572"/>
                    </a:lnTo>
                    <a:close/>
                    <a:moveTo>
                      <a:pt x="4484" y="12391"/>
                    </a:moveTo>
                    <a:lnTo>
                      <a:pt x="4075" y="13277"/>
                    </a:lnTo>
                    <a:lnTo>
                      <a:pt x="3948" y="13220"/>
                    </a:lnTo>
                    <a:lnTo>
                      <a:pt x="4363" y="12334"/>
                    </a:lnTo>
                    <a:close/>
                    <a:moveTo>
                      <a:pt x="8921" y="1319"/>
                    </a:moveTo>
                    <a:lnTo>
                      <a:pt x="9254" y="404"/>
                    </a:lnTo>
                    <a:lnTo>
                      <a:pt x="9375" y="450"/>
                    </a:lnTo>
                    <a:lnTo>
                      <a:pt x="9041" y="1365"/>
                    </a:lnTo>
                    <a:close/>
                    <a:moveTo>
                      <a:pt x="4967" y="12587"/>
                    </a:moveTo>
                    <a:lnTo>
                      <a:pt x="4633" y="13496"/>
                    </a:lnTo>
                    <a:lnTo>
                      <a:pt x="4512" y="13456"/>
                    </a:lnTo>
                    <a:lnTo>
                      <a:pt x="4840" y="12541"/>
                    </a:lnTo>
                    <a:close/>
                    <a:moveTo>
                      <a:pt x="8426" y="1169"/>
                    </a:moveTo>
                    <a:lnTo>
                      <a:pt x="8679" y="225"/>
                    </a:lnTo>
                    <a:lnTo>
                      <a:pt x="8805" y="260"/>
                    </a:lnTo>
                    <a:lnTo>
                      <a:pt x="8552" y="1204"/>
                    </a:lnTo>
                    <a:close/>
                    <a:moveTo>
                      <a:pt x="5462" y="12736"/>
                    </a:moveTo>
                    <a:lnTo>
                      <a:pt x="5209" y="13680"/>
                    </a:lnTo>
                    <a:lnTo>
                      <a:pt x="5082" y="13640"/>
                    </a:lnTo>
                    <a:lnTo>
                      <a:pt x="5330" y="12702"/>
                    </a:lnTo>
                    <a:close/>
                    <a:moveTo>
                      <a:pt x="7913" y="1060"/>
                    </a:moveTo>
                    <a:lnTo>
                      <a:pt x="8086" y="105"/>
                    </a:lnTo>
                    <a:lnTo>
                      <a:pt x="8218" y="128"/>
                    </a:lnTo>
                    <a:lnTo>
                      <a:pt x="8046" y="1083"/>
                    </a:lnTo>
                    <a:close/>
                    <a:moveTo>
                      <a:pt x="5974" y="12834"/>
                    </a:moveTo>
                    <a:lnTo>
                      <a:pt x="5801" y="13795"/>
                    </a:lnTo>
                    <a:lnTo>
                      <a:pt x="5669" y="13772"/>
                    </a:lnTo>
                    <a:lnTo>
                      <a:pt x="5842" y="12817"/>
                    </a:lnTo>
                    <a:close/>
                    <a:moveTo>
                      <a:pt x="7396" y="1002"/>
                    </a:moveTo>
                    <a:lnTo>
                      <a:pt x="7482" y="30"/>
                    </a:lnTo>
                    <a:lnTo>
                      <a:pt x="7614" y="47"/>
                    </a:lnTo>
                    <a:lnTo>
                      <a:pt x="7528" y="1020"/>
                    </a:lnTo>
                    <a:close/>
                    <a:moveTo>
                      <a:pt x="6492" y="12903"/>
                    </a:moveTo>
                    <a:lnTo>
                      <a:pt x="6406" y="13870"/>
                    </a:lnTo>
                    <a:lnTo>
                      <a:pt x="6273" y="13859"/>
                    </a:lnTo>
                    <a:lnTo>
                      <a:pt x="6360" y="12886"/>
                    </a:lnTo>
                    <a:close/>
                    <a:moveTo>
                      <a:pt x="6878" y="979"/>
                    </a:moveTo>
                    <a:lnTo>
                      <a:pt x="6878" y="1"/>
                    </a:lnTo>
                    <a:lnTo>
                      <a:pt x="7010" y="1"/>
                    </a:lnTo>
                    <a:lnTo>
                      <a:pt x="7010" y="979"/>
                    </a:lnTo>
                    <a:close/>
                    <a:moveTo>
                      <a:pt x="7010" y="13893"/>
                    </a:moveTo>
                    <a:lnTo>
                      <a:pt x="6878" y="13893"/>
                    </a:lnTo>
                    <a:lnTo>
                      <a:pt x="6878" y="12915"/>
                    </a:lnTo>
                    <a:lnTo>
                      <a:pt x="7010" y="12915"/>
                    </a:lnTo>
                    <a:close/>
                    <a:moveTo>
                      <a:pt x="6360" y="1008"/>
                    </a:moveTo>
                    <a:lnTo>
                      <a:pt x="6273" y="41"/>
                    </a:lnTo>
                    <a:lnTo>
                      <a:pt x="6400" y="24"/>
                    </a:lnTo>
                    <a:lnTo>
                      <a:pt x="6492" y="997"/>
                    </a:lnTo>
                    <a:close/>
                    <a:moveTo>
                      <a:pt x="7534" y="12886"/>
                    </a:moveTo>
                    <a:lnTo>
                      <a:pt x="7620" y="13859"/>
                    </a:lnTo>
                    <a:lnTo>
                      <a:pt x="7488" y="13870"/>
                    </a:lnTo>
                    <a:lnTo>
                      <a:pt x="7396" y="12903"/>
                    </a:lnTo>
                    <a:close/>
                    <a:moveTo>
                      <a:pt x="5842" y="1089"/>
                    </a:moveTo>
                    <a:lnTo>
                      <a:pt x="5669" y="133"/>
                    </a:lnTo>
                    <a:lnTo>
                      <a:pt x="5801" y="110"/>
                    </a:lnTo>
                    <a:lnTo>
                      <a:pt x="5974" y="1066"/>
                    </a:lnTo>
                    <a:close/>
                    <a:moveTo>
                      <a:pt x="8046" y="12817"/>
                    </a:moveTo>
                    <a:lnTo>
                      <a:pt x="8218" y="13772"/>
                    </a:lnTo>
                    <a:lnTo>
                      <a:pt x="8086" y="13795"/>
                    </a:lnTo>
                    <a:lnTo>
                      <a:pt x="7913" y="12834"/>
                    </a:lnTo>
                    <a:close/>
                    <a:moveTo>
                      <a:pt x="5330" y="1204"/>
                    </a:moveTo>
                    <a:lnTo>
                      <a:pt x="5082" y="260"/>
                    </a:lnTo>
                    <a:lnTo>
                      <a:pt x="5209" y="225"/>
                    </a:lnTo>
                    <a:lnTo>
                      <a:pt x="5462" y="1169"/>
                    </a:lnTo>
                    <a:close/>
                    <a:moveTo>
                      <a:pt x="8552" y="12702"/>
                    </a:moveTo>
                    <a:lnTo>
                      <a:pt x="8805" y="13640"/>
                    </a:lnTo>
                    <a:lnTo>
                      <a:pt x="8679" y="13680"/>
                    </a:lnTo>
                    <a:lnTo>
                      <a:pt x="8426" y="12736"/>
                    </a:lnTo>
                    <a:close/>
                    <a:moveTo>
                      <a:pt x="4840" y="1371"/>
                    </a:moveTo>
                    <a:lnTo>
                      <a:pt x="4512" y="456"/>
                    </a:lnTo>
                    <a:lnTo>
                      <a:pt x="4633" y="415"/>
                    </a:lnTo>
                    <a:lnTo>
                      <a:pt x="4967" y="1325"/>
                    </a:lnTo>
                    <a:close/>
                    <a:moveTo>
                      <a:pt x="9041" y="12535"/>
                    </a:moveTo>
                    <a:lnTo>
                      <a:pt x="9375" y="13450"/>
                    </a:lnTo>
                    <a:lnTo>
                      <a:pt x="9254" y="13490"/>
                    </a:lnTo>
                    <a:lnTo>
                      <a:pt x="8921" y="12575"/>
                    </a:lnTo>
                    <a:close/>
                    <a:moveTo>
                      <a:pt x="4363" y="1572"/>
                    </a:moveTo>
                    <a:lnTo>
                      <a:pt x="3948" y="686"/>
                    </a:lnTo>
                    <a:lnTo>
                      <a:pt x="4075" y="628"/>
                    </a:lnTo>
                    <a:lnTo>
                      <a:pt x="4484" y="1514"/>
                    </a:lnTo>
                    <a:close/>
                    <a:moveTo>
                      <a:pt x="9525" y="12334"/>
                    </a:moveTo>
                    <a:lnTo>
                      <a:pt x="9933" y="13220"/>
                    </a:lnTo>
                    <a:lnTo>
                      <a:pt x="9813" y="13277"/>
                    </a:lnTo>
                    <a:lnTo>
                      <a:pt x="9404" y="12391"/>
                    </a:lnTo>
                    <a:close/>
                    <a:moveTo>
                      <a:pt x="3902" y="1814"/>
                    </a:moveTo>
                    <a:lnTo>
                      <a:pt x="3413" y="974"/>
                    </a:lnTo>
                    <a:lnTo>
                      <a:pt x="3528" y="910"/>
                    </a:lnTo>
                    <a:lnTo>
                      <a:pt x="4017" y="1750"/>
                    </a:lnTo>
                    <a:close/>
                    <a:moveTo>
                      <a:pt x="9985" y="12086"/>
                    </a:moveTo>
                    <a:lnTo>
                      <a:pt x="10474" y="12932"/>
                    </a:lnTo>
                    <a:lnTo>
                      <a:pt x="10359" y="12995"/>
                    </a:lnTo>
                    <a:lnTo>
                      <a:pt x="9870" y="12155"/>
                    </a:lnTo>
                    <a:close/>
                    <a:moveTo>
                      <a:pt x="3471" y="2101"/>
                    </a:moveTo>
                    <a:lnTo>
                      <a:pt x="2907" y="1307"/>
                    </a:lnTo>
                    <a:lnTo>
                      <a:pt x="3016" y="1227"/>
                    </a:lnTo>
                    <a:lnTo>
                      <a:pt x="3574" y="2027"/>
                    </a:lnTo>
                    <a:close/>
                    <a:moveTo>
                      <a:pt x="10417" y="11798"/>
                    </a:moveTo>
                    <a:lnTo>
                      <a:pt x="10981" y="12598"/>
                    </a:lnTo>
                    <a:lnTo>
                      <a:pt x="10871" y="12679"/>
                    </a:lnTo>
                    <a:lnTo>
                      <a:pt x="10307" y="11879"/>
                    </a:lnTo>
                    <a:close/>
                    <a:moveTo>
                      <a:pt x="3056" y="2418"/>
                    </a:moveTo>
                    <a:lnTo>
                      <a:pt x="2435" y="1681"/>
                    </a:lnTo>
                    <a:lnTo>
                      <a:pt x="2533" y="1595"/>
                    </a:lnTo>
                    <a:lnTo>
                      <a:pt x="3160" y="2343"/>
                    </a:lnTo>
                    <a:close/>
                    <a:moveTo>
                      <a:pt x="10825" y="11476"/>
                    </a:moveTo>
                    <a:lnTo>
                      <a:pt x="11453" y="12224"/>
                    </a:lnTo>
                    <a:lnTo>
                      <a:pt x="11355" y="12311"/>
                    </a:lnTo>
                    <a:lnTo>
                      <a:pt x="10728" y="11562"/>
                    </a:lnTo>
                    <a:close/>
                    <a:moveTo>
                      <a:pt x="2677" y="2781"/>
                    </a:moveTo>
                    <a:lnTo>
                      <a:pt x="1986" y="2090"/>
                    </a:lnTo>
                    <a:lnTo>
                      <a:pt x="2078" y="1998"/>
                    </a:lnTo>
                    <a:lnTo>
                      <a:pt x="2769" y="2688"/>
                    </a:lnTo>
                    <a:close/>
                    <a:moveTo>
                      <a:pt x="11211" y="11125"/>
                    </a:moveTo>
                    <a:lnTo>
                      <a:pt x="11902" y="11816"/>
                    </a:lnTo>
                    <a:lnTo>
                      <a:pt x="11804" y="11908"/>
                    </a:lnTo>
                    <a:lnTo>
                      <a:pt x="11113" y="11217"/>
                    </a:lnTo>
                    <a:close/>
                    <a:moveTo>
                      <a:pt x="2331" y="3166"/>
                    </a:moveTo>
                    <a:lnTo>
                      <a:pt x="1583" y="2545"/>
                    </a:lnTo>
                    <a:lnTo>
                      <a:pt x="1669" y="2441"/>
                    </a:lnTo>
                    <a:lnTo>
                      <a:pt x="2418" y="3068"/>
                    </a:lnTo>
                    <a:close/>
                    <a:moveTo>
                      <a:pt x="11556" y="10734"/>
                    </a:moveTo>
                    <a:lnTo>
                      <a:pt x="12304" y="11361"/>
                    </a:lnTo>
                    <a:lnTo>
                      <a:pt x="12218" y="11459"/>
                    </a:lnTo>
                    <a:lnTo>
                      <a:pt x="11470" y="10837"/>
                    </a:lnTo>
                    <a:close/>
                    <a:moveTo>
                      <a:pt x="2015" y="3586"/>
                    </a:moveTo>
                    <a:lnTo>
                      <a:pt x="1215" y="3022"/>
                    </a:lnTo>
                    <a:lnTo>
                      <a:pt x="1295" y="2919"/>
                    </a:lnTo>
                    <a:lnTo>
                      <a:pt x="2095" y="3477"/>
                    </a:lnTo>
                    <a:close/>
                    <a:moveTo>
                      <a:pt x="11873" y="10319"/>
                    </a:moveTo>
                    <a:lnTo>
                      <a:pt x="12667" y="10878"/>
                    </a:lnTo>
                    <a:lnTo>
                      <a:pt x="12592" y="10987"/>
                    </a:lnTo>
                    <a:lnTo>
                      <a:pt x="11792" y="10429"/>
                    </a:lnTo>
                    <a:close/>
                    <a:moveTo>
                      <a:pt x="1744" y="4024"/>
                    </a:moveTo>
                    <a:lnTo>
                      <a:pt x="898" y="3534"/>
                    </a:lnTo>
                    <a:lnTo>
                      <a:pt x="967" y="3419"/>
                    </a:lnTo>
                    <a:lnTo>
                      <a:pt x="1808" y="3908"/>
                    </a:lnTo>
                    <a:close/>
                    <a:moveTo>
                      <a:pt x="12143" y="9882"/>
                    </a:moveTo>
                    <a:lnTo>
                      <a:pt x="12983" y="10371"/>
                    </a:lnTo>
                    <a:lnTo>
                      <a:pt x="12920" y="10486"/>
                    </a:lnTo>
                    <a:lnTo>
                      <a:pt x="12080" y="9997"/>
                    </a:lnTo>
                    <a:close/>
                    <a:moveTo>
                      <a:pt x="1560" y="4369"/>
                    </a:moveTo>
                    <a:lnTo>
                      <a:pt x="1503" y="4490"/>
                    </a:lnTo>
                    <a:lnTo>
                      <a:pt x="622" y="4081"/>
                    </a:lnTo>
                    <a:lnTo>
                      <a:pt x="680" y="3960"/>
                    </a:lnTo>
                    <a:close/>
                    <a:moveTo>
                      <a:pt x="12322" y="9537"/>
                    </a:moveTo>
                    <a:lnTo>
                      <a:pt x="12379" y="9410"/>
                    </a:lnTo>
                    <a:lnTo>
                      <a:pt x="13265" y="9824"/>
                    </a:lnTo>
                    <a:lnTo>
                      <a:pt x="13208" y="9945"/>
                    </a:lnTo>
                    <a:close/>
                    <a:moveTo>
                      <a:pt x="1359" y="4852"/>
                    </a:moveTo>
                    <a:lnTo>
                      <a:pt x="1318" y="4973"/>
                    </a:lnTo>
                    <a:lnTo>
                      <a:pt x="403" y="4645"/>
                    </a:lnTo>
                    <a:lnTo>
                      <a:pt x="444" y="4518"/>
                    </a:lnTo>
                    <a:close/>
                    <a:moveTo>
                      <a:pt x="12523" y="9053"/>
                    </a:moveTo>
                    <a:lnTo>
                      <a:pt x="12569" y="8932"/>
                    </a:lnTo>
                    <a:lnTo>
                      <a:pt x="13484" y="9260"/>
                    </a:lnTo>
                    <a:lnTo>
                      <a:pt x="13438" y="9381"/>
                    </a:lnTo>
                    <a:close/>
                    <a:moveTo>
                      <a:pt x="1198" y="5341"/>
                    </a:moveTo>
                    <a:lnTo>
                      <a:pt x="1157" y="5468"/>
                    </a:lnTo>
                    <a:lnTo>
                      <a:pt x="219" y="5221"/>
                    </a:lnTo>
                    <a:lnTo>
                      <a:pt x="254" y="5088"/>
                    </a:lnTo>
                    <a:close/>
                    <a:moveTo>
                      <a:pt x="12690" y="8564"/>
                    </a:moveTo>
                    <a:lnTo>
                      <a:pt x="12725" y="8432"/>
                    </a:lnTo>
                    <a:lnTo>
                      <a:pt x="13668" y="8685"/>
                    </a:lnTo>
                    <a:lnTo>
                      <a:pt x="13634" y="8817"/>
                    </a:lnTo>
                    <a:close/>
                    <a:moveTo>
                      <a:pt x="1083" y="5854"/>
                    </a:moveTo>
                    <a:lnTo>
                      <a:pt x="1059" y="5980"/>
                    </a:lnTo>
                    <a:lnTo>
                      <a:pt x="104" y="5808"/>
                    </a:lnTo>
                    <a:lnTo>
                      <a:pt x="121" y="5681"/>
                    </a:lnTo>
                    <a:close/>
                    <a:moveTo>
                      <a:pt x="12805" y="8052"/>
                    </a:moveTo>
                    <a:lnTo>
                      <a:pt x="12828" y="7925"/>
                    </a:lnTo>
                    <a:lnTo>
                      <a:pt x="13783" y="8098"/>
                    </a:lnTo>
                    <a:lnTo>
                      <a:pt x="13760" y="8225"/>
                    </a:lnTo>
                    <a:close/>
                    <a:moveTo>
                      <a:pt x="1008" y="6360"/>
                    </a:moveTo>
                    <a:lnTo>
                      <a:pt x="996" y="6492"/>
                    </a:lnTo>
                    <a:lnTo>
                      <a:pt x="24" y="6406"/>
                    </a:lnTo>
                    <a:lnTo>
                      <a:pt x="35" y="6274"/>
                    </a:lnTo>
                    <a:close/>
                    <a:moveTo>
                      <a:pt x="12886" y="7534"/>
                    </a:moveTo>
                    <a:lnTo>
                      <a:pt x="12897" y="7402"/>
                    </a:lnTo>
                    <a:lnTo>
                      <a:pt x="13870" y="7488"/>
                    </a:lnTo>
                    <a:lnTo>
                      <a:pt x="13858" y="76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107"/>
              <p:cNvSpPr/>
              <p:nvPr/>
            </p:nvSpPr>
            <p:spPr>
              <a:xfrm>
                <a:off x="6573635" y="1921865"/>
                <a:ext cx="199103" cy="201929"/>
              </a:xfrm>
              <a:custGeom>
                <a:rect b="b" l="l" r="r" t="t"/>
                <a:pathLst>
                  <a:path extrusionOk="0" h="3287" w="3241">
                    <a:moveTo>
                      <a:pt x="3240" y="576"/>
                    </a:moveTo>
                    <a:lnTo>
                      <a:pt x="979" y="0"/>
                    </a:lnTo>
                    <a:cubicBezTo>
                      <a:pt x="789" y="535"/>
                      <a:pt x="443" y="996"/>
                      <a:pt x="0" y="1318"/>
                    </a:cubicBezTo>
                    <a:lnTo>
                      <a:pt x="1266" y="3286"/>
                    </a:lnTo>
                    <a:cubicBezTo>
                      <a:pt x="2199" y="2636"/>
                      <a:pt x="2912" y="1686"/>
                      <a:pt x="3240" y="5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107"/>
              <p:cNvSpPr/>
              <p:nvPr/>
            </p:nvSpPr>
            <p:spPr>
              <a:xfrm>
                <a:off x="6161418" y="1554496"/>
                <a:ext cx="364909" cy="461788"/>
              </a:xfrm>
              <a:custGeom>
                <a:rect b="b" l="l" r="r" t="t"/>
                <a:pathLst>
                  <a:path extrusionOk="0" h="7517" w="5940">
                    <a:moveTo>
                      <a:pt x="5087" y="1"/>
                    </a:moveTo>
                    <a:cubicBezTo>
                      <a:pt x="2285" y="1"/>
                      <a:pt x="0" y="2280"/>
                      <a:pt x="0" y="5088"/>
                    </a:cubicBezTo>
                    <a:cubicBezTo>
                      <a:pt x="0" y="5963"/>
                      <a:pt x="225" y="6792"/>
                      <a:pt x="622" y="7517"/>
                    </a:cubicBezTo>
                    <a:lnTo>
                      <a:pt x="2613" y="6303"/>
                    </a:lnTo>
                    <a:cubicBezTo>
                      <a:pt x="2434" y="5934"/>
                      <a:pt x="2331" y="5526"/>
                      <a:pt x="2331" y="5094"/>
                    </a:cubicBezTo>
                    <a:cubicBezTo>
                      <a:pt x="2331" y="3575"/>
                      <a:pt x="3562" y="2343"/>
                      <a:pt x="5082" y="2343"/>
                    </a:cubicBezTo>
                    <a:cubicBezTo>
                      <a:pt x="5197" y="2343"/>
                      <a:pt x="5306" y="2355"/>
                      <a:pt x="5410" y="2366"/>
                    </a:cubicBezTo>
                    <a:lnTo>
                      <a:pt x="5939" y="87"/>
                    </a:lnTo>
                    <a:cubicBezTo>
                      <a:pt x="5663" y="24"/>
                      <a:pt x="5375" y="1"/>
                      <a:pt x="50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107"/>
              <p:cNvSpPr/>
              <p:nvPr/>
            </p:nvSpPr>
            <p:spPr>
              <a:xfrm>
                <a:off x="6142312" y="1527650"/>
                <a:ext cx="665375" cy="665068"/>
              </a:xfrm>
              <a:custGeom>
                <a:rect b="b" l="l" r="r" t="t"/>
                <a:pathLst>
                  <a:path extrusionOk="0" h="10826" w="10831">
                    <a:moveTo>
                      <a:pt x="1261" y="5410"/>
                    </a:moveTo>
                    <a:cubicBezTo>
                      <a:pt x="1261" y="7735"/>
                      <a:pt x="3154" y="9628"/>
                      <a:pt x="5485" y="9628"/>
                    </a:cubicBezTo>
                    <a:cubicBezTo>
                      <a:pt x="7815" y="9628"/>
                      <a:pt x="9709" y="7735"/>
                      <a:pt x="9709" y="5410"/>
                    </a:cubicBezTo>
                    <a:cubicBezTo>
                      <a:pt x="9709" y="3079"/>
                      <a:pt x="7815" y="1186"/>
                      <a:pt x="5485" y="1186"/>
                    </a:cubicBezTo>
                    <a:cubicBezTo>
                      <a:pt x="3165" y="1186"/>
                      <a:pt x="1261" y="3085"/>
                      <a:pt x="1261" y="5410"/>
                    </a:cubicBezTo>
                    <a:close/>
                    <a:moveTo>
                      <a:pt x="9657" y="5410"/>
                    </a:moveTo>
                    <a:cubicBezTo>
                      <a:pt x="9657" y="7712"/>
                      <a:pt x="7787" y="9582"/>
                      <a:pt x="5485" y="9582"/>
                    </a:cubicBezTo>
                    <a:cubicBezTo>
                      <a:pt x="3183" y="9582"/>
                      <a:pt x="1312" y="7712"/>
                      <a:pt x="1312" y="5410"/>
                    </a:cubicBezTo>
                    <a:cubicBezTo>
                      <a:pt x="1312" y="3108"/>
                      <a:pt x="3183" y="1238"/>
                      <a:pt x="5485" y="1238"/>
                    </a:cubicBezTo>
                    <a:cubicBezTo>
                      <a:pt x="7787" y="1238"/>
                      <a:pt x="9657" y="3114"/>
                      <a:pt x="9657" y="5410"/>
                    </a:cubicBezTo>
                    <a:close/>
                    <a:moveTo>
                      <a:pt x="760" y="5358"/>
                    </a:moveTo>
                    <a:lnTo>
                      <a:pt x="760" y="5456"/>
                    </a:lnTo>
                    <a:lnTo>
                      <a:pt x="0" y="5456"/>
                    </a:lnTo>
                    <a:lnTo>
                      <a:pt x="0" y="5358"/>
                    </a:lnTo>
                    <a:close/>
                    <a:moveTo>
                      <a:pt x="10071" y="5468"/>
                    </a:moveTo>
                    <a:lnTo>
                      <a:pt x="10071" y="5364"/>
                    </a:lnTo>
                    <a:lnTo>
                      <a:pt x="10831" y="5364"/>
                    </a:lnTo>
                    <a:lnTo>
                      <a:pt x="10831" y="5468"/>
                    </a:lnTo>
                    <a:close/>
                    <a:moveTo>
                      <a:pt x="783" y="5871"/>
                    </a:moveTo>
                    <a:lnTo>
                      <a:pt x="29" y="5934"/>
                    </a:lnTo>
                    <a:lnTo>
                      <a:pt x="18" y="5830"/>
                    </a:lnTo>
                    <a:lnTo>
                      <a:pt x="777" y="5767"/>
                    </a:lnTo>
                    <a:close/>
                    <a:moveTo>
                      <a:pt x="10048" y="4956"/>
                    </a:moveTo>
                    <a:lnTo>
                      <a:pt x="10802" y="4892"/>
                    </a:lnTo>
                    <a:lnTo>
                      <a:pt x="10808" y="4990"/>
                    </a:lnTo>
                    <a:lnTo>
                      <a:pt x="10054" y="5053"/>
                    </a:lnTo>
                    <a:close/>
                    <a:moveTo>
                      <a:pt x="841" y="6273"/>
                    </a:moveTo>
                    <a:lnTo>
                      <a:pt x="92" y="6400"/>
                    </a:lnTo>
                    <a:lnTo>
                      <a:pt x="69" y="6302"/>
                    </a:lnTo>
                    <a:lnTo>
                      <a:pt x="818" y="6170"/>
                    </a:lnTo>
                    <a:close/>
                    <a:moveTo>
                      <a:pt x="9991" y="4553"/>
                    </a:moveTo>
                    <a:lnTo>
                      <a:pt x="10739" y="4420"/>
                    </a:lnTo>
                    <a:lnTo>
                      <a:pt x="10762" y="4524"/>
                    </a:lnTo>
                    <a:lnTo>
                      <a:pt x="10014" y="4651"/>
                    </a:lnTo>
                    <a:close/>
                    <a:moveTo>
                      <a:pt x="933" y="6665"/>
                    </a:moveTo>
                    <a:lnTo>
                      <a:pt x="202" y="6860"/>
                    </a:lnTo>
                    <a:lnTo>
                      <a:pt x="167" y="6763"/>
                    </a:lnTo>
                    <a:lnTo>
                      <a:pt x="904" y="6567"/>
                    </a:lnTo>
                    <a:close/>
                    <a:moveTo>
                      <a:pt x="9899" y="4156"/>
                    </a:moveTo>
                    <a:lnTo>
                      <a:pt x="10629" y="3960"/>
                    </a:lnTo>
                    <a:lnTo>
                      <a:pt x="10658" y="4064"/>
                    </a:lnTo>
                    <a:lnTo>
                      <a:pt x="9927" y="4259"/>
                    </a:lnTo>
                    <a:close/>
                    <a:moveTo>
                      <a:pt x="1065" y="7050"/>
                    </a:moveTo>
                    <a:lnTo>
                      <a:pt x="351" y="7309"/>
                    </a:lnTo>
                    <a:lnTo>
                      <a:pt x="311" y="7206"/>
                    </a:lnTo>
                    <a:lnTo>
                      <a:pt x="1025" y="6947"/>
                    </a:lnTo>
                    <a:close/>
                    <a:moveTo>
                      <a:pt x="9772" y="3770"/>
                    </a:moveTo>
                    <a:lnTo>
                      <a:pt x="10486" y="3511"/>
                    </a:lnTo>
                    <a:lnTo>
                      <a:pt x="10520" y="3609"/>
                    </a:lnTo>
                    <a:lnTo>
                      <a:pt x="9812" y="3868"/>
                    </a:lnTo>
                    <a:close/>
                    <a:moveTo>
                      <a:pt x="1220" y="7424"/>
                    </a:moveTo>
                    <a:lnTo>
                      <a:pt x="530" y="7747"/>
                    </a:lnTo>
                    <a:lnTo>
                      <a:pt x="489" y="7655"/>
                    </a:lnTo>
                    <a:lnTo>
                      <a:pt x="1180" y="7327"/>
                    </a:lnTo>
                    <a:close/>
                    <a:moveTo>
                      <a:pt x="9611" y="3396"/>
                    </a:moveTo>
                    <a:lnTo>
                      <a:pt x="10296" y="3068"/>
                    </a:lnTo>
                    <a:lnTo>
                      <a:pt x="10342" y="3166"/>
                    </a:lnTo>
                    <a:lnTo>
                      <a:pt x="9651" y="3488"/>
                    </a:lnTo>
                    <a:close/>
                    <a:moveTo>
                      <a:pt x="1416" y="7781"/>
                    </a:moveTo>
                    <a:lnTo>
                      <a:pt x="754" y="8161"/>
                    </a:lnTo>
                    <a:lnTo>
                      <a:pt x="702" y="8075"/>
                    </a:lnTo>
                    <a:lnTo>
                      <a:pt x="1364" y="7695"/>
                    </a:lnTo>
                    <a:close/>
                    <a:moveTo>
                      <a:pt x="9421" y="3039"/>
                    </a:moveTo>
                    <a:lnTo>
                      <a:pt x="10083" y="2659"/>
                    </a:lnTo>
                    <a:lnTo>
                      <a:pt x="10135" y="2746"/>
                    </a:lnTo>
                    <a:lnTo>
                      <a:pt x="9473" y="3125"/>
                    </a:lnTo>
                    <a:close/>
                    <a:moveTo>
                      <a:pt x="1629" y="8121"/>
                    </a:moveTo>
                    <a:lnTo>
                      <a:pt x="1007" y="8558"/>
                    </a:lnTo>
                    <a:lnTo>
                      <a:pt x="950" y="8472"/>
                    </a:lnTo>
                    <a:lnTo>
                      <a:pt x="1571" y="8034"/>
                    </a:lnTo>
                    <a:close/>
                    <a:moveTo>
                      <a:pt x="9197" y="2694"/>
                    </a:moveTo>
                    <a:lnTo>
                      <a:pt x="9824" y="2257"/>
                    </a:lnTo>
                    <a:lnTo>
                      <a:pt x="9881" y="2343"/>
                    </a:lnTo>
                    <a:lnTo>
                      <a:pt x="9254" y="2780"/>
                    </a:lnTo>
                    <a:close/>
                    <a:moveTo>
                      <a:pt x="1882" y="8443"/>
                    </a:moveTo>
                    <a:lnTo>
                      <a:pt x="1301" y="8932"/>
                    </a:lnTo>
                    <a:lnTo>
                      <a:pt x="1238" y="8852"/>
                    </a:lnTo>
                    <a:lnTo>
                      <a:pt x="1819" y="8362"/>
                    </a:lnTo>
                    <a:close/>
                    <a:moveTo>
                      <a:pt x="8949" y="2377"/>
                    </a:moveTo>
                    <a:lnTo>
                      <a:pt x="9530" y="1888"/>
                    </a:lnTo>
                    <a:lnTo>
                      <a:pt x="9594" y="1969"/>
                    </a:lnTo>
                    <a:lnTo>
                      <a:pt x="9012" y="2458"/>
                    </a:lnTo>
                    <a:close/>
                    <a:moveTo>
                      <a:pt x="2164" y="8736"/>
                    </a:moveTo>
                    <a:lnTo>
                      <a:pt x="1623" y="9277"/>
                    </a:lnTo>
                    <a:lnTo>
                      <a:pt x="1548" y="9208"/>
                    </a:lnTo>
                    <a:lnTo>
                      <a:pt x="2089" y="8667"/>
                    </a:lnTo>
                    <a:close/>
                    <a:moveTo>
                      <a:pt x="8673" y="2084"/>
                    </a:moveTo>
                    <a:lnTo>
                      <a:pt x="9214" y="1543"/>
                    </a:lnTo>
                    <a:lnTo>
                      <a:pt x="9283" y="1618"/>
                    </a:lnTo>
                    <a:lnTo>
                      <a:pt x="8748" y="2159"/>
                    </a:lnTo>
                    <a:close/>
                    <a:moveTo>
                      <a:pt x="2463" y="9013"/>
                    </a:moveTo>
                    <a:lnTo>
                      <a:pt x="1974" y="9594"/>
                    </a:lnTo>
                    <a:lnTo>
                      <a:pt x="1899" y="9531"/>
                    </a:lnTo>
                    <a:lnTo>
                      <a:pt x="2389" y="8949"/>
                    </a:lnTo>
                    <a:close/>
                    <a:moveTo>
                      <a:pt x="8374" y="1813"/>
                    </a:moveTo>
                    <a:lnTo>
                      <a:pt x="8863" y="1226"/>
                    </a:lnTo>
                    <a:lnTo>
                      <a:pt x="8938" y="1295"/>
                    </a:lnTo>
                    <a:lnTo>
                      <a:pt x="8448" y="1877"/>
                    </a:lnTo>
                    <a:close/>
                    <a:moveTo>
                      <a:pt x="2791" y="9249"/>
                    </a:moveTo>
                    <a:lnTo>
                      <a:pt x="2348" y="9876"/>
                    </a:lnTo>
                    <a:lnTo>
                      <a:pt x="2262" y="9818"/>
                    </a:lnTo>
                    <a:lnTo>
                      <a:pt x="2699" y="9191"/>
                    </a:lnTo>
                    <a:close/>
                    <a:moveTo>
                      <a:pt x="8040" y="1566"/>
                    </a:moveTo>
                    <a:lnTo>
                      <a:pt x="8477" y="939"/>
                    </a:lnTo>
                    <a:lnTo>
                      <a:pt x="8563" y="996"/>
                    </a:lnTo>
                    <a:lnTo>
                      <a:pt x="8126" y="1623"/>
                    </a:lnTo>
                    <a:close/>
                    <a:moveTo>
                      <a:pt x="3131" y="9462"/>
                    </a:moveTo>
                    <a:lnTo>
                      <a:pt x="2751" y="10123"/>
                    </a:lnTo>
                    <a:lnTo>
                      <a:pt x="2665" y="10077"/>
                    </a:lnTo>
                    <a:lnTo>
                      <a:pt x="3045" y="9416"/>
                    </a:lnTo>
                    <a:close/>
                    <a:moveTo>
                      <a:pt x="7695" y="1353"/>
                    </a:moveTo>
                    <a:lnTo>
                      <a:pt x="8074" y="691"/>
                    </a:lnTo>
                    <a:lnTo>
                      <a:pt x="8161" y="737"/>
                    </a:lnTo>
                    <a:lnTo>
                      <a:pt x="7781" y="1399"/>
                    </a:lnTo>
                    <a:close/>
                    <a:moveTo>
                      <a:pt x="3493" y="9651"/>
                    </a:moveTo>
                    <a:lnTo>
                      <a:pt x="3171" y="10342"/>
                    </a:lnTo>
                    <a:lnTo>
                      <a:pt x="3079" y="10302"/>
                    </a:lnTo>
                    <a:lnTo>
                      <a:pt x="3401" y="9605"/>
                    </a:lnTo>
                    <a:close/>
                    <a:moveTo>
                      <a:pt x="7338" y="1169"/>
                    </a:moveTo>
                    <a:lnTo>
                      <a:pt x="7660" y="478"/>
                    </a:lnTo>
                    <a:lnTo>
                      <a:pt x="7752" y="524"/>
                    </a:lnTo>
                    <a:lnTo>
                      <a:pt x="7430" y="1215"/>
                    </a:lnTo>
                    <a:close/>
                    <a:moveTo>
                      <a:pt x="3873" y="9801"/>
                    </a:moveTo>
                    <a:lnTo>
                      <a:pt x="3614" y="10515"/>
                    </a:lnTo>
                    <a:lnTo>
                      <a:pt x="3517" y="10480"/>
                    </a:lnTo>
                    <a:lnTo>
                      <a:pt x="3775" y="9767"/>
                    </a:lnTo>
                    <a:close/>
                    <a:moveTo>
                      <a:pt x="6964" y="1019"/>
                    </a:moveTo>
                    <a:lnTo>
                      <a:pt x="7223" y="306"/>
                    </a:lnTo>
                    <a:lnTo>
                      <a:pt x="7320" y="346"/>
                    </a:lnTo>
                    <a:lnTo>
                      <a:pt x="7061" y="1054"/>
                    </a:lnTo>
                    <a:close/>
                    <a:moveTo>
                      <a:pt x="4265" y="9916"/>
                    </a:moveTo>
                    <a:lnTo>
                      <a:pt x="4069" y="10653"/>
                    </a:lnTo>
                    <a:lnTo>
                      <a:pt x="3965" y="10624"/>
                    </a:lnTo>
                    <a:lnTo>
                      <a:pt x="4161" y="9887"/>
                    </a:lnTo>
                    <a:close/>
                    <a:moveTo>
                      <a:pt x="6572" y="904"/>
                    </a:moveTo>
                    <a:lnTo>
                      <a:pt x="6768" y="173"/>
                    </a:lnTo>
                    <a:lnTo>
                      <a:pt x="6866" y="202"/>
                    </a:lnTo>
                    <a:lnTo>
                      <a:pt x="6676" y="933"/>
                    </a:lnTo>
                    <a:close/>
                    <a:moveTo>
                      <a:pt x="4662" y="10002"/>
                    </a:moveTo>
                    <a:lnTo>
                      <a:pt x="4529" y="10751"/>
                    </a:lnTo>
                    <a:lnTo>
                      <a:pt x="4426" y="10728"/>
                    </a:lnTo>
                    <a:lnTo>
                      <a:pt x="4558" y="9979"/>
                    </a:lnTo>
                    <a:close/>
                    <a:moveTo>
                      <a:pt x="6169" y="818"/>
                    </a:moveTo>
                    <a:lnTo>
                      <a:pt x="6302" y="70"/>
                    </a:lnTo>
                    <a:lnTo>
                      <a:pt x="6400" y="93"/>
                    </a:lnTo>
                    <a:lnTo>
                      <a:pt x="6273" y="841"/>
                    </a:lnTo>
                    <a:close/>
                    <a:moveTo>
                      <a:pt x="5065" y="10049"/>
                    </a:moveTo>
                    <a:lnTo>
                      <a:pt x="4996" y="10802"/>
                    </a:lnTo>
                    <a:lnTo>
                      <a:pt x="4898" y="10797"/>
                    </a:lnTo>
                    <a:lnTo>
                      <a:pt x="4961" y="10037"/>
                    </a:lnTo>
                    <a:close/>
                    <a:moveTo>
                      <a:pt x="5767" y="766"/>
                    </a:moveTo>
                    <a:lnTo>
                      <a:pt x="5830" y="12"/>
                    </a:lnTo>
                    <a:lnTo>
                      <a:pt x="5934" y="18"/>
                    </a:lnTo>
                    <a:lnTo>
                      <a:pt x="5870" y="778"/>
                    </a:lnTo>
                    <a:close/>
                    <a:moveTo>
                      <a:pt x="5467" y="10060"/>
                    </a:moveTo>
                    <a:lnTo>
                      <a:pt x="5467" y="10825"/>
                    </a:lnTo>
                    <a:lnTo>
                      <a:pt x="5364" y="10825"/>
                    </a:lnTo>
                    <a:lnTo>
                      <a:pt x="5364" y="10060"/>
                    </a:lnTo>
                    <a:close/>
                    <a:moveTo>
                      <a:pt x="5364" y="1"/>
                    </a:moveTo>
                    <a:lnTo>
                      <a:pt x="5467" y="1"/>
                    </a:lnTo>
                    <a:lnTo>
                      <a:pt x="5467" y="760"/>
                    </a:lnTo>
                    <a:lnTo>
                      <a:pt x="5364" y="760"/>
                    </a:lnTo>
                    <a:close/>
                    <a:moveTo>
                      <a:pt x="5876" y="10037"/>
                    </a:moveTo>
                    <a:lnTo>
                      <a:pt x="5939" y="10797"/>
                    </a:lnTo>
                    <a:lnTo>
                      <a:pt x="5841" y="10802"/>
                    </a:lnTo>
                    <a:lnTo>
                      <a:pt x="5772" y="10049"/>
                    </a:lnTo>
                    <a:close/>
                    <a:moveTo>
                      <a:pt x="4961" y="778"/>
                    </a:moveTo>
                    <a:lnTo>
                      <a:pt x="4898" y="18"/>
                    </a:lnTo>
                    <a:lnTo>
                      <a:pt x="4996" y="12"/>
                    </a:lnTo>
                    <a:lnTo>
                      <a:pt x="5065" y="766"/>
                    </a:lnTo>
                    <a:close/>
                    <a:moveTo>
                      <a:pt x="6279" y="9985"/>
                    </a:moveTo>
                    <a:lnTo>
                      <a:pt x="6405" y="10733"/>
                    </a:lnTo>
                    <a:lnTo>
                      <a:pt x="6308" y="10751"/>
                    </a:lnTo>
                    <a:lnTo>
                      <a:pt x="6175" y="10002"/>
                    </a:lnTo>
                    <a:close/>
                    <a:moveTo>
                      <a:pt x="4558" y="835"/>
                    </a:moveTo>
                    <a:lnTo>
                      <a:pt x="4432" y="87"/>
                    </a:lnTo>
                    <a:lnTo>
                      <a:pt x="4529" y="64"/>
                    </a:lnTo>
                    <a:lnTo>
                      <a:pt x="4662" y="812"/>
                    </a:lnTo>
                    <a:close/>
                    <a:moveTo>
                      <a:pt x="6676" y="9887"/>
                    </a:moveTo>
                    <a:lnTo>
                      <a:pt x="6866" y="10624"/>
                    </a:lnTo>
                    <a:lnTo>
                      <a:pt x="6768" y="10653"/>
                    </a:lnTo>
                    <a:lnTo>
                      <a:pt x="6572" y="9916"/>
                    </a:lnTo>
                    <a:close/>
                    <a:moveTo>
                      <a:pt x="4161" y="927"/>
                    </a:moveTo>
                    <a:lnTo>
                      <a:pt x="3971" y="191"/>
                    </a:lnTo>
                    <a:lnTo>
                      <a:pt x="4069" y="162"/>
                    </a:lnTo>
                    <a:lnTo>
                      <a:pt x="4265" y="898"/>
                    </a:lnTo>
                    <a:close/>
                    <a:moveTo>
                      <a:pt x="7056" y="9767"/>
                    </a:moveTo>
                    <a:lnTo>
                      <a:pt x="7315" y="10480"/>
                    </a:lnTo>
                    <a:lnTo>
                      <a:pt x="7211" y="10515"/>
                    </a:lnTo>
                    <a:lnTo>
                      <a:pt x="6952" y="9801"/>
                    </a:lnTo>
                    <a:close/>
                    <a:moveTo>
                      <a:pt x="3775" y="1054"/>
                    </a:moveTo>
                    <a:lnTo>
                      <a:pt x="3517" y="346"/>
                    </a:lnTo>
                    <a:lnTo>
                      <a:pt x="3614" y="306"/>
                    </a:lnTo>
                    <a:lnTo>
                      <a:pt x="3873" y="1019"/>
                    </a:lnTo>
                    <a:close/>
                    <a:moveTo>
                      <a:pt x="7430" y="9605"/>
                    </a:moveTo>
                    <a:lnTo>
                      <a:pt x="7752" y="10302"/>
                    </a:lnTo>
                    <a:lnTo>
                      <a:pt x="7660" y="10342"/>
                    </a:lnTo>
                    <a:lnTo>
                      <a:pt x="7338" y="9651"/>
                    </a:lnTo>
                    <a:close/>
                    <a:moveTo>
                      <a:pt x="3401" y="1215"/>
                    </a:moveTo>
                    <a:lnTo>
                      <a:pt x="3079" y="524"/>
                    </a:lnTo>
                    <a:lnTo>
                      <a:pt x="3171" y="478"/>
                    </a:lnTo>
                    <a:lnTo>
                      <a:pt x="3493" y="1169"/>
                    </a:lnTo>
                    <a:close/>
                    <a:moveTo>
                      <a:pt x="7787" y="9416"/>
                    </a:moveTo>
                    <a:lnTo>
                      <a:pt x="8172" y="10077"/>
                    </a:lnTo>
                    <a:lnTo>
                      <a:pt x="8086" y="10123"/>
                    </a:lnTo>
                    <a:lnTo>
                      <a:pt x="7700" y="9462"/>
                    </a:lnTo>
                    <a:close/>
                    <a:moveTo>
                      <a:pt x="3039" y="1411"/>
                    </a:moveTo>
                    <a:lnTo>
                      <a:pt x="2659" y="749"/>
                    </a:lnTo>
                    <a:lnTo>
                      <a:pt x="2745" y="697"/>
                    </a:lnTo>
                    <a:lnTo>
                      <a:pt x="3125" y="1359"/>
                    </a:lnTo>
                    <a:close/>
                    <a:moveTo>
                      <a:pt x="8126" y="9191"/>
                    </a:moveTo>
                    <a:lnTo>
                      <a:pt x="8563" y="9818"/>
                    </a:lnTo>
                    <a:lnTo>
                      <a:pt x="8477" y="9876"/>
                    </a:lnTo>
                    <a:lnTo>
                      <a:pt x="8040" y="9249"/>
                    </a:lnTo>
                    <a:close/>
                    <a:moveTo>
                      <a:pt x="2699" y="1629"/>
                    </a:moveTo>
                    <a:lnTo>
                      <a:pt x="2262" y="1008"/>
                    </a:lnTo>
                    <a:lnTo>
                      <a:pt x="2348" y="950"/>
                    </a:lnTo>
                    <a:lnTo>
                      <a:pt x="2791" y="1572"/>
                    </a:lnTo>
                    <a:close/>
                    <a:moveTo>
                      <a:pt x="8448" y="8938"/>
                    </a:moveTo>
                    <a:lnTo>
                      <a:pt x="8938" y="9525"/>
                    </a:lnTo>
                    <a:lnTo>
                      <a:pt x="8863" y="9588"/>
                    </a:lnTo>
                    <a:lnTo>
                      <a:pt x="8374" y="9007"/>
                    </a:lnTo>
                    <a:close/>
                    <a:moveTo>
                      <a:pt x="2389" y="1877"/>
                    </a:moveTo>
                    <a:lnTo>
                      <a:pt x="1899" y="1295"/>
                    </a:lnTo>
                    <a:lnTo>
                      <a:pt x="1974" y="1226"/>
                    </a:lnTo>
                    <a:lnTo>
                      <a:pt x="2463" y="1813"/>
                    </a:lnTo>
                    <a:close/>
                    <a:moveTo>
                      <a:pt x="8748" y="8667"/>
                    </a:moveTo>
                    <a:lnTo>
                      <a:pt x="9283" y="9208"/>
                    </a:lnTo>
                    <a:lnTo>
                      <a:pt x="9214" y="9277"/>
                    </a:lnTo>
                    <a:lnTo>
                      <a:pt x="8673" y="8736"/>
                    </a:lnTo>
                    <a:close/>
                    <a:moveTo>
                      <a:pt x="2089" y="2159"/>
                    </a:moveTo>
                    <a:lnTo>
                      <a:pt x="1548" y="1618"/>
                    </a:lnTo>
                    <a:lnTo>
                      <a:pt x="1623" y="1543"/>
                    </a:lnTo>
                    <a:lnTo>
                      <a:pt x="2164" y="2084"/>
                    </a:lnTo>
                    <a:close/>
                    <a:moveTo>
                      <a:pt x="9012" y="8362"/>
                    </a:moveTo>
                    <a:lnTo>
                      <a:pt x="9594" y="8852"/>
                    </a:lnTo>
                    <a:lnTo>
                      <a:pt x="9530" y="8932"/>
                    </a:lnTo>
                    <a:lnTo>
                      <a:pt x="8949" y="8443"/>
                    </a:lnTo>
                    <a:close/>
                    <a:moveTo>
                      <a:pt x="1819" y="2458"/>
                    </a:moveTo>
                    <a:lnTo>
                      <a:pt x="1238" y="1969"/>
                    </a:lnTo>
                    <a:lnTo>
                      <a:pt x="1301" y="1888"/>
                    </a:lnTo>
                    <a:lnTo>
                      <a:pt x="1882" y="2377"/>
                    </a:lnTo>
                    <a:close/>
                    <a:moveTo>
                      <a:pt x="9254" y="8034"/>
                    </a:moveTo>
                    <a:lnTo>
                      <a:pt x="9881" y="8472"/>
                    </a:lnTo>
                    <a:lnTo>
                      <a:pt x="9824" y="8558"/>
                    </a:lnTo>
                    <a:lnTo>
                      <a:pt x="9197" y="8121"/>
                    </a:lnTo>
                    <a:close/>
                    <a:moveTo>
                      <a:pt x="1571" y="2780"/>
                    </a:moveTo>
                    <a:lnTo>
                      <a:pt x="950" y="2343"/>
                    </a:lnTo>
                    <a:lnTo>
                      <a:pt x="1007" y="2257"/>
                    </a:lnTo>
                    <a:lnTo>
                      <a:pt x="1629" y="2694"/>
                    </a:lnTo>
                    <a:close/>
                    <a:moveTo>
                      <a:pt x="9473" y="7695"/>
                    </a:moveTo>
                    <a:lnTo>
                      <a:pt x="10135" y="8075"/>
                    </a:lnTo>
                    <a:lnTo>
                      <a:pt x="10083" y="8161"/>
                    </a:lnTo>
                    <a:lnTo>
                      <a:pt x="9421" y="7781"/>
                    </a:lnTo>
                    <a:close/>
                    <a:moveTo>
                      <a:pt x="1358" y="3125"/>
                    </a:moveTo>
                    <a:lnTo>
                      <a:pt x="697" y="2746"/>
                    </a:lnTo>
                    <a:lnTo>
                      <a:pt x="748" y="2659"/>
                    </a:lnTo>
                    <a:lnTo>
                      <a:pt x="1410" y="3039"/>
                    </a:lnTo>
                    <a:close/>
                    <a:moveTo>
                      <a:pt x="9611" y="7424"/>
                    </a:moveTo>
                    <a:lnTo>
                      <a:pt x="9651" y="7327"/>
                    </a:lnTo>
                    <a:lnTo>
                      <a:pt x="10342" y="7655"/>
                    </a:lnTo>
                    <a:lnTo>
                      <a:pt x="10296" y="7747"/>
                    </a:lnTo>
                    <a:close/>
                    <a:moveTo>
                      <a:pt x="1220" y="3396"/>
                    </a:moveTo>
                    <a:lnTo>
                      <a:pt x="1180" y="3488"/>
                    </a:lnTo>
                    <a:lnTo>
                      <a:pt x="489" y="3166"/>
                    </a:lnTo>
                    <a:lnTo>
                      <a:pt x="530" y="3068"/>
                    </a:lnTo>
                    <a:close/>
                    <a:moveTo>
                      <a:pt x="9772" y="7050"/>
                    </a:moveTo>
                    <a:lnTo>
                      <a:pt x="9812" y="6947"/>
                    </a:lnTo>
                    <a:lnTo>
                      <a:pt x="10520" y="7206"/>
                    </a:lnTo>
                    <a:lnTo>
                      <a:pt x="10486" y="7309"/>
                    </a:lnTo>
                    <a:close/>
                    <a:moveTo>
                      <a:pt x="1065" y="3770"/>
                    </a:moveTo>
                    <a:lnTo>
                      <a:pt x="1025" y="3868"/>
                    </a:lnTo>
                    <a:lnTo>
                      <a:pt x="311" y="3609"/>
                    </a:lnTo>
                    <a:lnTo>
                      <a:pt x="351" y="3511"/>
                    </a:lnTo>
                    <a:close/>
                    <a:moveTo>
                      <a:pt x="9899" y="6665"/>
                    </a:moveTo>
                    <a:lnTo>
                      <a:pt x="9927" y="6567"/>
                    </a:lnTo>
                    <a:lnTo>
                      <a:pt x="10658" y="6763"/>
                    </a:lnTo>
                    <a:lnTo>
                      <a:pt x="10629" y="6860"/>
                    </a:lnTo>
                    <a:close/>
                    <a:moveTo>
                      <a:pt x="933" y="4156"/>
                    </a:moveTo>
                    <a:lnTo>
                      <a:pt x="904" y="4259"/>
                    </a:lnTo>
                    <a:lnTo>
                      <a:pt x="167" y="4064"/>
                    </a:lnTo>
                    <a:lnTo>
                      <a:pt x="202" y="3960"/>
                    </a:lnTo>
                    <a:close/>
                    <a:moveTo>
                      <a:pt x="9991" y="6273"/>
                    </a:moveTo>
                    <a:lnTo>
                      <a:pt x="10014" y="6170"/>
                    </a:lnTo>
                    <a:lnTo>
                      <a:pt x="10762" y="6302"/>
                    </a:lnTo>
                    <a:lnTo>
                      <a:pt x="10739" y="6400"/>
                    </a:lnTo>
                    <a:close/>
                    <a:moveTo>
                      <a:pt x="841" y="4553"/>
                    </a:moveTo>
                    <a:lnTo>
                      <a:pt x="818" y="4651"/>
                    </a:lnTo>
                    <a:lnTo>
                      <a:pt x="69" y="4524"/>
                    </a:lnTo>
                    <a:lnTo>
                      <a:pt x="92" y="4420"/>
                    </a:lnTo>
                    <a:close/>
                    <a:moveTo>
                      <a:pt x="10048" y="5871"/>
                    </a:moveTo>
                    <a:lnTo>
                      <a:pt x="10054" y="5767"/>
                    </a:lnTo>
                    <a:lnTo>
                      <a:pt x="10808" y="5830"/>
                    </a:lnTo>
                    <a:lnTo>
                      <a:pt x="10802" y="5934"/>
                    </a:lnTo>
                    <a:close/>
                    <a:moveTo>
                      <a:pt x="783" y="4956"/>
                    </a:moveTo>
                    <a:lnTo>
                      <a:pt x="777" y="5053"/>
                    </a:lnTo>
                    <a:lnTo>
                      <a:pt x="18" y="4990"/>
                    </a:lnTo>
                    <a:lnTo>
                      <a:pt x="29" y="48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107"/>
              <p:cNvSpPr/>
              <p:nvPr/>
            </p:nvSpPr>
            <p:spPr>
              <a:xfrm>
                <a:off x="5824825" y="2060089"/>
                <a:ext cx="585145" cy="538149"/>
              </a:xfrm>
              <a:custGeom>
                <a:rect b="b" l="l" r="r" t="t"/>
                <a:pathLst>
                  <a:path extrusionOk="0" h="8760" w="9525">
                    <a:moveTo>
                      <a:pt x="8765" y="0"/>
                    </a:moveTo>
                    <a:lnTo>
                      <a:pt x="754" y="0"/>
                    </a:lnTo>
                    <a:cubicBezTo>
                      <a:pt x="340" y="0"/>
                      <a:pt x="0" y="340"/>
                      <a:pt x="0" y="754"/>
                    </a:cubicBezTo>
                    <a:lnTo>
                      <a:pt x="0" y="6371"/>
                    </a:lnTo>
                    <a:cubicBezTo>
                      <a:pt x="0" y="6791"/>
                      <a:pt x="340" y="7131"/>
                      <a:pt x="754" y="7131"/>
                    </a:cubicBezTo>
                    <a:lnTo>
                      <a:pt x="4835" y="7131"/>
                    </a:lnTo>
                    <a:cubicBezTo>
                      <a:pt x="5301" y="7131"/>
                      <a:pt x="5755" y="7263"/>
                      <a:pt x="6147" y="7516"/>
                    </a:cubicBezTo>
                    <a:lnTo>
                      <a:pt x="7879" y="8661"/>
                    </a:lnTo>
                    <a:cubicBezTo>
                      <a:pt x="8028" y="8759"/>
                      <a:pt x="8224" y="8621"/>
                      <a:pt x="8190" y="8448"/>
                    </a:cubicBezTo>
                    <a:lnTo>
                      <a:pt x="7948" y="7372"/>
                    </a:lnTo>
                    <a:cubicBezTo>
                      <a:pt x="7919" y="7251"/>
                      <a:pt x="8017" y="7131"/>
                      <a:pt x="8144" y="7131"/>
                    </a:cubicBezTo>
                    <a:lnTo>
                      <a:pt x="8754" y="7131"/>
                    </a:lnTo>
                    <a:cubicBezTo>
                      <a:pt x="9174" y="7131"/>
                      <a:pt x="9513" y="6791"/>
                      <a:pt x="9513" y="6371"/>
                    </a:cubicBezTo>
                    <a:lnTo>
                      <a:pt x="9513" y="754"/>
                    </a:lnTo>
                    <a:cubicBezTo>
                      <a:pt x="9525" y="340"/>
                      <a:pt x="9185" y="0"/>
                      <a:pt x="87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107"/>
              <p:cNvSpPr/>
              <p:nvPr/>
            </p:nvSpPr>
            <p:spPr>
              <a:xfrm>
                <a:off x="5922074" y="2214900"/>
                <a:ext cx="204755" cy="22361"/>
              </a:xfrm>
              <a:custGeom>
                <a:rect b="b" l="l" r="r" t="t"/>
                <a:pathLst>
                  <a:path extrusionOk="0" h="364" w="3333">
                    <a:moveTo>
                      <a:pt x="0" y="1"/>
                    </a:moveTo>
                    <a:lnTo>
                      <a:pt x="3332" y="1"/>
                    </a:lnTo>
                    <a:lnTo>
                      <a:pt x="3332" y="364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107"/>
              <p:cNvSpPr/>
              <p:nvPr/>
            </p:nvSpPr>
            <p:spPr>
              <a:xfrm>
                <a:off x="6144770" y="2214900"/>
                <a:ext cx="168018" cy="22361"/>
              </a:xfrm>
              <a:custGeom>
                <a:rect b="b" l="l" r="r" t="t"/>
                <a:pathLst>
                  <a:path extrusionOk="0" h="364" w="2735">
                    <a:moveTo>
                      <a:pt x="1" y="1"/>
                    </a:moveTo>
                    <a:lnTo>
                      <a:pt x="2734" y="1"/>
                    </a:lnTo>
                    <a:lnTo>
                      <a:pt x="2734" y="364"/>
                    </a:lnTo>
                    <a:lnTo>
                      <a:pt x="1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107"/>
              <p:cNvSpPr/>
              <p:nvPr/>
            </p:nvSpPr>
            <p:spPr>
              <a:xfrm>
                <a:off x="5922074" y="2276455"/>
                <a:ext cx="132264" cy="22300"/>
              </a:xfrm>
              <a:custGeom>
                <a:rect b="b" l="l" r="r" t="t"/>
                <a:pathLst>
                  <a:path extrusionOk="0" h="363" w="2153">
                    <a:moveTo>
                      <a:pt x="0" y="0"/>
                    </a:moveTo>
                    <a:lnTo>
                      <a:pt x="2152" y="0"/>
                    </a:lnTo>
                    <a:lnTo>
                      <a:pt x="21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107"/>
              <p:cNvSpPr/>
              <p:nvPr/>
            </p:nvSpPr>
            <p:spPr>
              <a:xfrm>
                <a:off x="6066319" y="2276455"/>
                <a:ext cx="166175" cy="22300"/>
              </a:xfrm>
              <a:custGeom>
                <a:rect b="b" l="l" r="r" t="t"/>
                <a:pathLst>
                  <a:path extrusionOk="0" h="363" w="2705">
                    <a:moveTo>
                      <a:pt x="0" y="0"/>
                    </a:moveTo>
                    <a:lnTo>
                      <a:pt x="2705" y="0"/>
                    </a:lnTo>
                    <a:lnTo>
                      <a:pt x="2705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107"/>
              <p:cNvSpPr/>
              <p:nvPr/>
            </p:nvSpPr>
            <p:spPr>
              <a:xfrm>
                <a:off x="6252954" y="2276455"/>
                <a:ext cx="59467" cy="22300"/>
              </a:xfrm>
              <a:custGeom>
                <a:rect b="b" l="l" r="r" t="t"/>
                <a:pathLst>
                  <a:path extrusionOk="0" h="363" w="968">
                    <a:moveTo>
                      <a:pt x="1" y="0"/>
                    </a:moveTo>
                    <a:lnTo>
                      <a:pt x="967" y="0"/>
                    </a:lnTo>
                    <a:lnTo>
                      <a:pt x="967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107"/>
              <p:cNvSpPr/>
              <p:nvPr/>
            </p:nvSpPr>
            <p:spPr>
              <a:xfrm>
                <a:off x="5922074" y="2337950"/>
                <a:ext cx="101486" cy="22361"/>
              </a:xfrm>
              <a:custGeom>
                <a:rect b="b" l="l" r="r" t="t"/>
                <a:pathLst>
                  <a:path extrusionOk="0" h="364" w="1652">
                    <a:moveTo>
                      <a:pt x="0" y="1"/>
                    </a:moveTo>
                    <a:lnTo>
                      <a:pt x="1652" y="1"/>
                    </a:lnTo>
                    <a:lnTo>
                      <a:pt x="16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107"/>
              <p:cNvSpPr/>
              <p:nvPr/>
            </p:nvSpPr>
            <p:spPr>
              <a:xfrm>
                <a:off x="6032347" y="2337950"/>
                <a:ext cx="83118" cy="22361"/>
              </a:xfrm>
              <a:custGeom>
                <a:rect b="b" l="l" r="r" t="t"/>
                <a:pathLst>
                  <a:path extrusionOk="0" h="364" w="1353">
                    <a:moveTo>
                      <a:pt x="1" y="1"/>
                    </a:moveTo>
                    <a:lnTo>
                      <a:pt x="1353" y="1"/>
                    </a:lnTo>
                    <a:lnTo>
                      <a:pt x="1353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107"/>
              <p:cNvSpPr/>
              <p:nvPr/>
            </p:nvSpPr>
            <p:spPr>
              <a:xfrm>
                <a:off x="7584704" y="2233329"/>
                <a:ext cx="925296" cy="2033231"/>
              </a:xfrm>
              <a:custGeom>
                <a:rect b="b" l="l" r="r" t="t"/>
                <a:pathLst>
                  <a:path extrusionOk="0" h="33097" w="15062">
                    <a:moveTo>
                      <a:pt x="14434" y="12"/>
                    </a:moveTo>
                    <a:cubicBezTo>
                      <a:pt x="14532" y="0"/>
                      <a:pt x="14618" y="12"/>
                      <a:pt x="14693" y="52"/>
                    </a:cubicBezTo>
                    <a:cubicBezTo>
                      <a:pt x="14774" y="87"/>
                      <a:pt x="14837" y="144"/>
                      <a:pt x="14894" y="213"/>
                    </a:cubicBezTo>
                    <a:cubicBezTo>
                      <a:pt x="14952" y="288"/>
                      <a:pt x="14998" y="380"/>
                      <a:pt x="15027" y="489"/>
                    </a:cubicBezTo>
                    <a:cubicBezTo>
                      <a:pt x="15056" y="587"/>
                      <a:pt x="15061" y="714"/>
                      <a:pt x="15056" y="835"/>
                    </a:cubicBezTo>
                    <a:lnTo>
                      <a:pt x="13145" y="32198"/>
                    </a:lnTo>
                    <a:cubicBezTo>
                      <a:pt x="13139" y="32342"/>
                      <a:pt x="13110" y="32469"/>
                      <a:pt x="13070" y="32584"/>
                    </a:cubicBezTo>
                    <a:cubicBezTo>
                      <a:pt x="13024" y="32699"/>
                      <a:pt x="12967" y="32803"/>
                      <a:pt x="12898" y="32883"/>
                    </a:cubicBezTo>
                    <a:cubicBezTo>
                      <a:pt x="12823" y="32958"/>
                      <a:pt x="12748" y="33016"/>
                      <a:pt x="12662" y="33056"/>
                    </a:cubicBezTo>
                    <a:cubicBezTo>
                      <a:pt x="12570" y="33090"/>
                      <a:pt x="12477" y="33096"/>
                      <a:pt x="12380" y="33085"/>
                    </a:cubicBezTo>
                    <a:lnTo>
                      <a:pt x="496" y="30771"/>
                    </a:lnTo>
                    <a:cubicBezTo>
                      <a:pt x="415" y="30760"/>
                      <a:pt x="341" y="30714"/>
                      <a:pt x="277" y="30656"/>
                    </a:cubicBezTo>
                    <a:cubicBezTo>
                      <a:pt x="214" y="30599"/>
                      <a:pt x="156" y="30524"/>
                      <a:pt x="110" y="30426"/>
                    </a:cubicBezTo>
                    <a:cubicBezTo>
                      <a:pt x="70" y="30334"/>
                      <a:pt x="36" y="30230"/>
                      <a:pt x="18" y="30121"/>
                    </a:cubicBezTo>
                    <a:cubicBezTo>
                      <a:pt x="1" y="30000"/>
                      <a:pt x="1" y="29879"/>
                      <a:pt x="7" y="29758"/>
                    </a:cubicBezTo>
                    <a:lnTo>
                      <a:pt x="2337" y="2250"/>
                    </a:lnTo>
                    <a:cubicBezTo>
                      <a:pt x="2343" y="2135"/>
                      <a:pt x="2372" y="2026"/>
                      <a:pt x="2407" y="1928"/>
                    </a:cubicBezTo>
                    <a:cubicBezTo>
                      <a:pt x="2447" y="1825"/>
                      <a:pt x="2493" y="1732"/>
                      <a:pt x="2550" y="1652"/>
                    </a:cubicBezTo>
                    <a:cubicBezTo>
                      <a:pt x="2608" y="1571"/>
                      <a:pt x="2677" y="1508"/>
                      <a:pt x="2746" y="1456"/>
                    </a:cubicBezTo>
                    <a:cubicBezTo>
                      <a:pt x="2821" y="1410"/>
                      <a:pt x="2890" y="1381"/>
                      <a:pt x="2970" y="1376"/>
                    </a:cubicBezTo>
                    <a:lnTo>
                      <a:pt x="5474" y="1076"/>
                    </a:lnTo>
                    <a:cubicBezTo>
                      <a:pt x="5531" y="1071"/>
                      <a:pt x="5589" y="1076"/>
                      <a:pt x="5635" y="1105"/>
                    </a:cubicBezTo>
                    <a:cubicBezTo>
                      <a:pt x="5687" y="1134"/>
                      <a:pt x="5733" y="1168"/>
                      <a:pt x="5767" y="1220"/>
                    </a:cubicBezTo>
                    <a:cubicBezTo>
                      <a:pt x="5802" y="1272"/>
                      <a:pt x="5831" y="1335"/>
                      <a:pt x="5848" y="1410"/>
                    </a:cubicBezTo>
                    <a:cubicBezTo>
                      <a:pt x="5859" y="1479"/>
                      <a:pt x="5865" y="1560"/>
                      <a:pt x="5859" y="1646"/>
                    </a:cubicBezTo>
                    <a:cubicBezTo>
                      <a:pt x="5854" y="1732"/>
                      <a:pt x="5859" y="1813"/>
                      <a:pt x="5877" y="1882"/>
                    </a:cubicBezTo>
                    <a:cubicBezTo>
                      <a:pt x="5888" y="1957"/>
                      <a:pt x="5917" y="2020"/>
                      <a:pt x="5951" y="2072"/>
                    </a:cubicBezTo>
                    <a:cubicBezTo>
                      <a:pt x="5992" y="2124"/>
                      <a:pt x="6032" y="2164"/>
                      <a:pt x="6084" y="2193"/>
                    </a:cubicBezTo>
                    <a:cubicBezTo>
                      <a:pt x="6136" y="2222"/>
                      <a:pt x="6193" y="2227"/>
                      <a:pt x="6251" y="2222"/>
                    </a:cubicBezTo>
                    <a:lnTo>
                      <a:pt x="10498" y="1761"/>
                    </a:lnTo>
                    <a:cubicBezTo>
                      <a:pt x="10567" y="1755"/>
                      <a:pt x="10630" y="1732"/>
                      <a:pt x="10688" y="1692"/>
                    </a:cubicBezTo>
                    <a:cubicBezTo>
                      <a:pt x="10745" y="1652"/>
                      <a:pt x="10803" y="1594"/>
                      <a:pt x="10843" y="1531"/>
                    </a:cubicBezTo>
                    <a:cubicBezTo>
                      <a:pt x="10895" y="1468"/>
                      <a:pt x="10929" y="1393"/>
                      <a:pt x="10958" y="1318"/>
                    </a:cubicBezTo>
                    <a:cubicBezTo>
                      <a:pt x="10987" y="1238"/>
                      <a:pt x="11010" y="1151"/>
                      <a:pt x="11016" y="1059"/>
                    </a:cubicBezTo>
                    <a:cubicBezTo>
                      <a:pt x="11027" y="961"/>
                      <a:pt x="11045" y="875"/>
                      <a:pt x="11073" y="800"/>
                    </a:cubicBezTo>
                    <a:cubicBezTo>
                      <a:pt x="11102" y="720"/>
                      <a:pt x="11148" y="639"/>
                      <a:pt x="11188" y="581"/>
                    </a:cubicBezTo>
                    <a:cubicBezTo>
                      <a:pt x="11240" y="518"/>
                      <a:pt x="11292" y="466"/>
                      <a:pt x="11355" y="426"/>
                    </a:cubicBezTo>
                    <a:cubicBezTo>
                      <a:pt x="11413" y="380"/>
                      <a:pt x="11476" y="357"/>
                      <a:pt x="11551" y="3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107"/>
              <p:cNvSpPr/>
              <p:nvPr/>
            </p:nvSpPr>
            <p:spPr>
              <a:xfrm>
                <a:off x="8377377" y="2203596"/>
                <a:ext cx="244010" cy="2112787"/>
              </a:xfrm>
              <a:custGeom>
                <a:rect b="b" l="l" r="r" t="t"/>
                <a:pathLst>
                  <a:path extrusionOk="0" h="34392" w="3972">
                    <a:moveTo>
                      <a:pt x="3960" y="1457"/>
                    </a:moveTo>
                    <a:cubicBezTo>
                      <a:pt x="3919" y="835"/>
                      <a:pt x="2935" y="202"/>
                      <a:pt x="2389" y="1"/>
                    </a:cubicBezTo>
                    <a:cubicBezTo>
                      <a:pt x="2786" y="634"/>
                      <a:pt x="2757" y="1434"/>
                      <a:pt x="2711" y="2176"/>
                    </a:cubicBezTo>
                    <a:cubicBezTo>
                      <a:pt x="2020" y="12178"/>
                      <a:pt x="1571" y="22191"/>
                      <a:pt x="915" y="32199"/>
                    </a:cubicBezTo>
                    <a:cubicBezTo>
                      <a:pt x="864" y="33028"/>
                      <a:pt x="725" y="34000"/>
                      <a:pt x="0" y="34392"/>
                    </a:cubicBezTo>
                    <a:cubicBezTo>
                      <a:pt x="553" y="34271"/>
                      <a:pt x="1784" y="33805"/>
                      <a:pt x="2003" y="33269"/>
                    </a:cubicBezTo>
                    <a:cubicBezTo>
                      <a:pt x="2210" y="32746"/>
                      <a:pt x="2245" y="32170"/>
                      <a:pt x="2273" y="31601"/>
                    </a:cubicBezTo>
                    <a:lnTo>
                      <a:pt x="3971" y="1842"/>
                    </a:lnTo>
                    <a:cubicBezTo>
                      <a:pt x="3965" y="1848"/>
                      <a:pt x="3965" y="1589"/>
                      <a:pt x="3960" y="145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107"/>
              <p:cNvSpPr/>
              <p:nvPr/>
            </p:nvSpPr>
            <p:spPr>
              <a:xfrm>
                <a:off x="7552206" y="2184183"/>
                <a:ext cx="995268" cy="2138220"/>
              </a:xfrm>
              <a:custGeom>
                <a:rect b="b" l="l" r="r" t="t"/>
                <a:pathLst>
                  <a:path extrusionOk="0" h="34806" w="16201">
                    <a:moveTo>
                      <a:pt x="15015" y="23"/>
                    </a:moveTo>
                    <a:cubicBezTo>
                      <a:pt x="15188" y="0"/>
                      <a:pt x="15354" y="29"/>
                      <a:pt x="15504" y="92"/>
                    </a:cubicBezTo>
                    <a:cubicBezTo>
                      <a:pt x="15654" y="156"/>
                      <a:pt x="15786" y="265"/>
                      <a:pt x="15884" y="403"/>
                    </a:cubicBezTo>
                    <a:cubicBezTo>
                      <a:pt x="15993" y="541"/>
                      <a:pt x="16074" y="714"/>
                      <a:pt x="16131" y="910"/>
                    </a:cubicBezTo>
                    <a:cubicBezTo>
                      <a:pt x="16183" y="1099"/>
                      <a:pt x="16200" y="1324"/>
                      <a:pt x="16189" y="1560"/>
                    </a:cubicBezTo>
                    <a:lnTo>
                      <a:pt x="14301" y="33114"/>
                    </a:lnTo>
                    <a:cubicBezTo>
                      <a:pt x="14290" y="33378"/>
                      <a:pt x="14232" y="33626"/>
                      <a:pt x="14146" y="33839"/>
                    </a:cubicBezTo>
                    <a:cubicBezTo>
                      <a:pt x="14060" y="34057"/>
                      <a:pt x="13950" y="34242"/>
                      <a:pt x="13812" y="34391"/>
                    </a:cubicBezTo>
                    <a:cubicBezTo>
                      <a:pt x="13686" y="34547"/>
                      <a:pt x="13524" y="34650"/>
                      <a:pt x="13363" y="34719"/>
                    </a:cubicBezTo>
                    <a:cubicBezTo>
                      <a:pt x="13196" y="34782"/>
                      <a:pt x="13018" y="34805"/>
                      <a:pt x="12834" y="34759"/>
                    </a:cubicBezTo>
                    <a:lnTo>
                      <a:pt x="939" y="32360"/>
                    </a:lnTo>
                    <a:cubicBezTo>
                      <a:pt x="789" y="32331"/>
                      <a:pt x="651" y="32250"/>
                      <a:pt x="536" y="32141"/>
                    </a:cubicBezTo>
                    <a:cubicBezTo>
                      <a:pt x="415" y="32026"/>
                      <a:pt x="311" y="31882"/>
                      <a:pt x="225" y="31709"/>
                    </a:cubicBezTo>
                    <a:cubicBezTo>
                      <a:pt x="144" y="31537"/>
                      <a:pt x="81" y="31341"/>
                      <a:pt x="47" y="31128"/>
                    </a:cubicBezTo>
                    <a:cubicBezTo>
                      <a:pt x="12" y="30909"/>
                      <a:pt x="1" y="30691"/>
                      <a:pt x="24" y="30449"/>
                    </a:cubicBezTo>
                    <a:lnTo>
                      <a:pt x="2372" y="3085"/>
                    </a:lnTo>
                    <a:cubicBezTo>
                      <a:pt x="2389" y="2878"/>
                      <a:pt x="2435" y="2676"/>
                      <a:pt x="2498" y="2481"/>
                    </a:cubicBezTo>
                    <a:cubicBezTo>
                      <a:pt x="2561" y="2296"/>
                      <a:pt x="2659" y="2124"/>
                      <a:pt x="2763" y="1974"/>
                    </a:cubicBezTo>
                    <a:cubicBezTo>
                      <a:pt x="2872" y="1819"/>
                      <a:pt x="2987" y="1698"/>
                      <a:pt x="3125" y="1606"/>
                    </a:cubicBezTo>
                    <a:cubicBezTo>
                      <a:pt x="3252" y="1514"/>
                      <a:pt x="3396" y="1456"/>
                      <a:pt x="3540" y="1433"/>
                    </a:cubicBezTo>
                    <a:close/>
                    <a:moveTo>
                      <a:pt x="13680" y="33004"/>
                    </a:moveTo>
                    <a:lnTo>
                      <a:pt x="15585" y="1640"/>
                    </a:lnTo>
                    <a:cubicBezTo>
                      <a:pt x="15590" y="1520"/>
                      <a:pt x="15585" y="1399"/>
                      <a:pt x="15556" y="1295"/>
                    </a:cubicBezTo>
                    <a:cubicBezTo>
                      <a:pt x="15527" y="1197"/>
                      <a:pt x="15481" y="1099"/>
                      <a:pt x="15423" y="1025"/>
                    </a:cubicBezTo>
                    <a:cubicBezTo>
                      <a:pt x="15366" y="950"/>
                      <a:pt x="15303" y="892"/>
                      <a:pt x="15222" y="858"/>
                    </a:cubicBezTo>
                    <a:cubicBezTo>
                      <a:pt x="15147" y="823"/>
                      <a:pt x="15061" y="806"/>
                      <a:pt x="14963" y="823"/>
                    </a:cubicBezTo>
                    <a:lnTo>
                      <a:pt x="12057" y="1169"/>
                    </a:lnTo>
                    <a:cubicBezTo>
                      <a:pt x="11994" y="1174"/>
                      <a:pt x="11930" y="1203"/>
                      <a:pt x="11867" y="1238"/>
                    </a:cubicBezTo>
                    <a:cubicBezTo>
                      <a:pt x="11809" y="1284"/>
                      <a:pt x="11752" y="1330"/>
                      <a:pt x="11700" y="1399"/>
                    </a:cubicBezTo>
                    <a:cubicBezTo>
                      <a:pt x="11648" y="1462"/>
                      <a:pt x="11614" y="1531"/>
                      <a:pt x="11585" y="1612"/>
                    </a:cubicBezTo>
                    <a:cubicBezTo>
                      <a:pt x="11556" y="1692"/>
                      <a:pt x="11533" y="1779"/>
                      <a:pt x="11527" y="1871"/>
                    </a:cubicBezTo>
                    <a:cubicBezTo>
                      <a:pt x="11522" y="1963"/>
                      <a:pt x="11499" y="2049"/>
                      <a:pt x="11470" y="2130"/>
                    </a:cubicBezTo>
                    <a:cubicBezTo>
                      <a:pt x="11441" y="2210"/>
                      <a:pt x="11395" y="2291"/>
                      <a:pt x="11355" y="2348"/>
                    </a:cubicBezTo>
                    <a:cubicBezTo>
                      <a:pt x="11303" y="2412"/>
                      <a:pt x="11251" y="2463"/>
                      <a:pt x="11194" y="2504"/>
                    </a:cubicBezTo>
                    <a:cubicBezTo>
                      <a:pt x="11136" y="2538"/>
                      <a:pt x="11073" y="2567"/>
                      <a:pt x="11010" y="2578"/>
                    </a:cubicBezTo>
                    <a:lnTo>
                      <a:pt x="6757" y="3039"/>
                    </a:lnTo>
                    <a:cubicBezTo>
                      <a:pt x="6699" y="3045"/>
                      <a:pt x="6642" y="3027"/>
                      <a:pt x="6590" y="3010"/>
                    </a:cubicBezTo>
                    <a:cubicBezTo>
                      <a:pt x="6544" y="2981"/>
                      <a:pt x="6498" y="2941"/>
                      <a:pt x="6463" y="2883"/>
                    </a:cubicBezTo>
                    <a:cubicBezTo>
                      <a:pt x="6429" y="2837"/>
                      <a:pt x="6400" y="2768"/>
                      <a:pt x="6383" y="2699"/>
                    </a:cubicBezTo>
                    <a:cubicBezTo>
                      <a:pt x="6371" y="2625"/>
                      <a:pt x="6360" y="2550"/>
                      <a:pt x="6371" y="2463"/>
                    </a:cubicBezTo>
                    <a:cubicBezTo>
                      <a:pt x="6377" y="2377"/>
                      <a:pt x="6371" y="2296"/>
                      <a:pt x="6354" y="2222"/>
                    </a:cubicBezTo>
                    <a:cubicBezTo>
                      <a:pt x="6342" y="2153"/>
                      <a:pt x="6314" y="2089"/>
                      <a:pt x="6273" y="2038"/>
                    </a:cubicBezTo>
                    <a:cubicBezTo>
                      <a:pt x="6239" y="1986"/>
                      <a:pt x="6199" y="1945"/>
                      <a:pt x="6147" y="1922"/>
                    </a:cubicBezTo>
                    <a:cubicBezTo>
                      <a:pt x="6095" y="1894"/>
                      <a:pt x="6037" y="1888"/>
                      <a:pt x="5980" y="1894"/>
                    </a:cubicBezTo>
                    <a:lnTo>
                      <a:pt x="3476" y="2187"/>
                    </a:lnTo>
                    <a:cubicBezTo>
                      <a:pt x="3396" y="2193"/>
                      <a:pt x="3327" y="2233"/>
                      <a:pt x="3252" y="2273"/>
                    </a:cubicBezTo>
                    <a:cubicBezTo>
                      <a:pt x="3183" y="2325"/>
                      <a:pt x="3120" y="2389"/>
                      <a:pt x="3062" y="2469"/>
                    </a:cubicBezTo>
                    <a:cubicBezTo>
                      <a:pt x="3005" y="2550"/>
                      <a:pt x="2953" y="2642"/>
                      <a:pt x="2918" y="2740"/>
                    </a:cubicBezTo>
                    <a:cubicBezTo>
                      <a:pt x="2878" y="2843"/>
                      <a:pt x="2849" y="2953"/>
                      <a:pt x="2843" y="3068"/>
                    </a:cubicBezTo>
                    <a:lnTo>
                      <a:pt x="513" y="30576"/>
                    </a:lnTo>
                    <a:cubicBezTo>
                      <a:pt x="501" y="30697"/>
                      <a:pt x="507" y="30817"/>
                      <a:pt x="530" y="30932"/>
                    </a:cubicBezTo>
                    <a:cubicBezTo>
                      <a:pt x="547" y="31048"/>
                      <a:pt x="576" y="31157"/>
                      <a:pt x="622" y="31243"/>
                    </a:cubicBezTo>
                    <a:cubicBezTo>
                      <a:pt x="662" y="31335"/>
                      <a:pt x="720" y="31416"/>
                      <a:pt x="789" y="31473"/>
                    </a:cubicBezTo>
                    <a:cubicBezTo>
                      <a:pt x="852" y="31531"/>
                      <a:pt x="921" y="31571"/>
                      <a:pt x="1002" y="31589"/>
                    </a:cubicBezTo>
                    <a:lnTo>
                      <a:pt x="12886" y="33896"/>
                    </a:lnTo>
                    <a:cubicBezTo>
                      <a:pt x="12989" y="33919"/>
                      <a:pt x="13081" y="33902"/>
                      <a:pt x="13168" y="33867"/>
                    </a:cubicBezTo>
                    <a:cubicBezTo>
                      <a:pt x="13254" y="33833"/>
                      <a:pt x="13340" y="33775"/>
                      <a:pt x="13404" y="33695"/>
                    </a:cubicBezTo>
                    <a:cubicBezTo>
                      <a:pt x="13478" y="33614"/>
                      <a:pt x="13536" y="33516"/>
                      <a:pt x="13576" y="33401"/>
                    </a:cubicBezTo>
                    <a:cubicBezTo>
                      <a:pt x="13639" y="33269"/>
                      <a:pt x="13668" y="33142"/>
                      <a:pt x="13680" y="33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107"/>
              <p:cNvSpPr/>
              <p:nvPr/>
            </p:nvSpPr>
            <p:spPr>
              <a:xfrm>
                <a:off x="7565659" y="2256674"/>
                <a:ext cx="657942" cy="1658432"/>
              </a:xfrm>
              <a:custGeom>
                <a:rect b="b" l="l" r="r" t="t"/>
                <a:pathLst>
                  <a:path extrusionOk="0" h="26996" w="10710">
                    <a:moveTo>
                      <a:pt x="5128" y="0"/>
                    </a:moveTo>
                    <a:lnTo>
                      <a:pt x="4575" y="63"/>
                    </a:lnTo>
                    <a:lnTo>
                      <a:pt x="4575" y="311"/>
                    </a:lnTo>
                    <a:cubicBezTo>
                      <a:pt x="4558" y="230"/>
                      <a:pt x="4541" y="150"/>
                      <a:pt x="4518" y="69"/>
                    </a:cubicBezTo>
                    <a:lnTo>
                      <a:pt x="3793" y="167"/>
                    </a:lnTo>
                    <a:cubicBezTo>
                      <a:pt x="3821" y="276"/>
                      <a:pt x="3850" y="374"/>
                      <a:pt x="3867" y="483"/>
                    </a:cubicBezTo>
                    <a:cubicBezTo>
                      <a:pt x="3660" y="524"/>
                      <a:pt x="3505" y="714"/>
                      <a:pt x="3505" y="927"/>
                    </a:cubicBezTo>
                    <a:lnTo>
                      <a:pt x="3505" y="1105"/>
                    </a:lnTo>
                    <a:cubicBezTo>
                      <a:pt x="3407" y="817"/>
                      <a:pt x="3286" y="541"/>
                      <a:pt x="3142" y="265"/>
                    </a:cubicBezTo>
                    <a:cubicBezTo>
                      <a:pt x="3062" y="294"/>
                      <a:pt x="2987" y="340"/>
                      <a:pt x="2906" y="386"/>
                    </a:cubicBezTo>
                    <a:cubicBezTo>
                      <a:pt x="2774" y="483"/>
                      <a:pt x="2653" y="604"/>
                      <a:pt x="2544" y="754"/>
                    </a:cubicBezTo>
                    <a:cubicBezTo>
                      <a:pt x="2440" y="909"/>
                      <a:pt x="2354" y="1076"/>
                      <a:pt x="2279" y="1266"/>
                    </a:cubicBezTo>
                    <a:cubicBezTo>
                      <a:pt x="2216" y="1456"/>
                      <a:pt x="2164" y="1652"/>
                      <a:pt x="2153" y="1870"/>
                    </a:cubicBezTo>
                    <a:lnTo>
                      <a:pt x="1675" y="7424"/>
                    </a:lnTo>
                    <a:cubicBezTo>
                      <a:pt x="2527" y="6647"/>
                      <a:pt x="3160" y="5720"/>
                      <a:pt x="3493" y="4696"/>
                    </a:cubicBezTo>
                    <a:lnTo>
                      <a:pt x="3493" y="4926"/>
                    </a:lnTo>
                    <a:cubicBezTo>
                      <a:pt x="3493" y="5179"/>
                      <a:pt x="3706" y="5387"/>
                      <a:pt x="3954" y="5387"/>
                    </a:cubicBezTo>
                    <a:lnTo>
                      <a:pt x="4126" y="5387"/>
                    </a:lnTo>
                    <a:cubicBezTo>
                      <a:pt x="3925" y="5962"/>
                      <a:pt x="3447" y="6946"/>
                      <a:pt x="2337" y="7735"/>
                    </a:cubicBezTo>
                    <a:cubicBezTo>
                      <a:pt x="2135" y="7631"/>
                      <a:pt x="1911" y="7539"/>
                      <a:pt x="1675" y="7447"/>
                    </a:cubicBezTo>
                    <a:lnTo>
                      <a:pt x="0" y="26996"/>
                    </a:lnTo>
                    <a:cubicBezTo>
                      <a:pt x="1836" y="24343"/>
                      <a:pt x="3085" y="20372"/>
                      <a:pt x="3919" y="16712"/>
                    </a:cubicBezTo>
                    <a:cubicBezTo>
                      <a:pt x="4339" y="17144"/>
                      <a:pt x="4759" y="17558"/>
                      <a:pt x="5191" y="17949"/>
                    </a:cubicBezTo>
                    <a:cubicBezTo>
                      <a:pt x="6705" y="19322"/>
                      <a:pt x="8203" y="20337"/>
                      <a:pt x="9021" y="20337"/>
                    </a:cubicBezTo>
                    <a:cubicBezTo>
                      <a:pt x="9208" y="20337"/>
                      <a:pt x="9359" y="20284"/>
                      <a:pt x="9467" y="20171"/>
                    </a:cubicBezTo>
                    <a:cubicBezTo>
                      <a:pt x="10710" y="18859"/>
                      <a:pt x="7683" y="12695"/>
                      <a:pt x="5277" y="10393"/>
                    </a:cubicBezTo>
                    <a:cubicBezTo>
                      <a:pt x="5036" y="10163"/>
                      <a:pt x="4788" y="9979"/>
                      <a:pt x="4552" y="9829"/>
                    </a:cubicBezTo>
                    <a:cubicBezTo>
                      <a:pt x="4213" y="9087"/>
                      <a:pt x="3637" y="8460"/>
                      <a:pt x="2912" y="8045"/>
                    </a:cubicBezTo>
                    <a:cubicBezTo>
                      <a:pt x="4092" y="7107"/>
                      <a:pt x="4581" y="5968"/>
                      <a:pt x="4759" y="5387"/>
                    </a:cubicBezTo>
                    <a:lnTo>
                      <a:pt x="5162" y="5387"/>
                    </a:lnTo>
                    <a:cubicBezTo>
                      <a:pt x="5416" y="5387"/>
                      <a:pt x="5623" y="5179"/>
                      <a:pt x="5623" y="4926"/>
                    </a:cubicBezTo>
                    <a:lnTo>
                      <a:pt x="5623" y="938"/>
                    </a:lnTo>
                    <a:cubicBezTo>
                      <a:pt x="5623" y="685"/>
                      <a:pt x="5416" y="478"/>
                      <a:pt x="5162" y="478"/>
                    </a:cubicBezTo>
                    <a:lnTo>
                      <a:pt x="5128" y="478"/>
                    </a:lnTo>
                    <a:lnTo>
                      <a:pt x="5128" y="0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107"/>
              <p:cNvSpPr/>
              <p:nvPr/>
            </p:nvSpPr>
            <p:spPr>
              <a:xfrm>
                <a:off x="7516881" y="2637066"/>
                <a:ext cx="627533" cy="824854"/>
              </a:xfrm>
              <a:custGeom>
                <a:rect b="b" l="l" r="r" t="t"/>
                <a:pathLst>
                  <a:path extrusionOk="0" h="13427" w="10215">
                    <a:moveTo>
                      <a:pt x="4788" y="2268"/>
                    </a:moveTo>
                    <a:cubicBezTo>
                      <a:pt x="7188" y="4570"/>
                      <a:pt x="10215" y="10733"/>
                      <a:pt x="8972" y="12045"/>
                    </a:cubicBezTo>
                    <a:cubicBezTo>
                      <a:pt x="7654" y="13426"/>
                      <a:pt x="23" y="5899"/>
                      <a:pt x="12" y="3338"/>
                    </a:cubicBezTo>
                    <a:cubicBezTo>
                      <a:pt x="0" y="1917"/>
                      <a:pt x="2429" y="0"/>
                      <a:pt x="4788" y="22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107"/>
              <p:cNvSpPr/>
              <p:nvPr/>
            </p:nvSpPr>
            <p:spPr>
              <a:xfrm>
                <a:off x="7516943" y="2712444"/>
                <a:ext cx="326637" cy="528135"/>
              </a:xfrm>
              <a:custGeom>
                <a:rect b="b" l="l" r="r" t="t"/>
                <a:pathLst>
                  <a:path extrusionOk="0" h="8597" w="5317">
                    <a:moveTo>
                      <a:pt x="2502" y="1"/>
                    </a:moveTo>
                    <a:cubicBezTo>
                      <a:pt x="1081" y="1"/>
                      <a:pt x="1" y="1166"/>
                      <a:pt x="5" y="2111"/>
                    </a:cubicBezTo>
                    <a:cubicBezTo>
                      <a:pt x="22" y="3532"/>
                      <a:pt x="2376" y="6485"/>
                      <a:pt x="4701" y="8597"/>
                    </a:cubicBezTo>
                    <a:cubicBezTo>
                      <a:pt x="4816" y="8154"/>
                      <a:pt x="4891" y="7710"/>
                      <a:pt x="4937" y="7256"/>
                    </a:cubicBezTo>
                    <a:cubicBezTo>
                      <a:pt x="5132" y="5196"/>
                      <a:pt x="5317" y="3199"/>
                      <a:pt x="4816" y="1069"/>
                    </a:cubicBezTo>
                    <a:lnTo>
                      <a:pt x="4787" y="1041"/>
                    </a:lnTo>
                    <a:cubicBezTo>
                      <a:pt x="4002" y="290"/>
                      <a:pt x="3210" y="1"/>
                      <a:pt x="2502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107"/>
              <p:cNvSpPr/>
              <p:nvPr/>
            </p:nvSpPr>
            <p:spPr>
              <a:xfrm>
                <a:off x="6575355" y="2597810"/>
                <a:ext cx="1230739" cy="1389419"/>
              </a:xfrm>
              <a:custGeom>
                <a:rect b="b" l="l" r="r" t="t"/>
                <a:pathLst>
                  <a:path extrusionOk="0" h="22617" w="20034">
                    <a:moveTo>
                      <a:pt x="10020" y="22617"/>
                    </a:moveTo>
                    <a:cubicBezTo>
                      <a:pt x="4075" y="22617"/>
                      <a:pt x="1399" y="11015"/>
                      <a:pt x="364" y="4426"/>
                    </a:cubicBezTo>
                    <a:cubicBezTo>
                      <a:pt x="1" y="2095"/>
                      <a:pt x="1900" y="0"/>
                      <a:pt x="4386" y="0"/>
                    </a:cubicBezTo>
                    <a:lnTo>
                      <a:pt x="15643" y="0"/>
                    </a:lnTo>
                    <a:cubicBezTo>
                      <a:pt x="18134" y="0"/>
                      <a:pt x="20034" y="2095"/>
                      <a:pt x="19665" y="4426"/>
                    </a:cubicBezTo>
                    <a:cubicBezTo>
                      <a:pt x="18629" y="11015"/>
                      <a:pt x="15959" y="22617"/>
                      <a:pt x="10020" y="226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107"/>
              <p:cNvSpPr/>
              <p:nvPr/>
            </p:nvSpPr>
            <p:spPr>
              <a:xfrm>
                <a:off x="6906665" y="2978940"/>
                <a:ext cx="567821" cy="273313"/>
              </a:xfrm>
              <a:custGeom>
                <a:rect b="b" l="l" r="r" t="t"/>
                <a:pathLst>
                  <a:path extrusionOk="0" h="4449" w="9243">
                    <a:moveTo>
                      <a:pt x="8287" y="4449"/>
                    </a:moveTo>
                    <a:lnTo>
                      <a:pt x="956" y="4449"/>
                    </a:lnTo>
                    <a:cubicBezTo>
                      <a:pt x="432" y="4449"/>
                      <a:pt x="0" y="4029"/>
                      <a:pt x="0" y="3493"/>
                    </a:cubicBezTo>
                    <a:lnTo>
                      <a:pt x="0" y="955"/>
                    </a:lnTo>
                    <a:cubicBezTo>
                      <a:pt x="0" y="432"/>
                      <a:pt x="426" y="0"/>
                      <a:pt x="956" y="0"/>
                    </a:cubicBezTo>
                    <a:lnTo>
                      <a:pt x="8287" y="0"/>
                    </a:lnTo>
                    <a:cubicBezTo>
                      <a:pt x="8811" y="0"/>
                      <a:pt x="9242" y="420"/>
                      <a:pt x="9242" y="955"/>
                    </a:cubicBezTo>
                    <a:lnTo>
                      <a:pt x="9242" y="3493"/>
                    </a:lnTo>
                    <a:cubicBezTo>
                      <a:pt x="9242" y="4029"/>
                      <a:pt x="8811" y="4449"/>
                      <a:pt x="8287" y="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107"/>
              <p:cNvSpPr/>
              <p:nvPr/>
            </p:nvSpPr>
            <p:spPr>
              <a:xfrm>
                <a:off x="6904896" y="2934159"/>
                <a:ext cx="567452" cy="141172"/>
              </a:xfrm>
              <a:custGeom>
                <a:rect b="b" l="l" r="r" t="t"/>
                <a:pathLst>
                  <a:path extrusionOk="0" h="2298" w="9237">
                    <a:moveTo>
                      <a:pt x="7677" y="1"/>
                    </a:moveTo>
                    <a:lnTo>
                      <a:pt x="1565" y="1"/>
                    </a:lnTo>
                    <a:cubicBezTo>
                      <a:pt x="702" y="1"/>
                      <a:pt x="0" y="697"/>
                      <a:pt x="0" y="1560"/>
                    </a:cubicBezTo>
                    <a:lnTo>
                      <a:pt x="0" y="2297"/>
                    </a:lnTo>
                    <a:cubicBezTo>
                      <a:pt x="0" y="1434"/>
                      <a:pt x="702" y="732"/>
                      <a:pt x="1565" y="732"/>
                    </a:cubicBezTo>
                    <a:lnTo>
                      <a:pt x="7677" y="732"/>
                    </a:lnTo>
                    <a:cubicBezTo>
                      <a:pt x="8540" y="732"/>
                      <a:pt x="9236" y="1434"/>
                      <a:pt x="9236" y="2297"/>
                    </a:cubicBezTo>
                    <a:lnTo>
                      <a:pt x="9236" y="1560"/>
                    </a:lnTo>
                    <a:cubicBezTo>
                      <a:pt x="9236" y="697"/>
                      <a:pt x="8534" y="1"/>
                      <a:pt x="76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107"/>
              <p:cNvSpPr/>
              <p:nvPr/>
            </p:nvSpPr>
            <p:spPr>
              <a:xfrm>
                <a:off x="6680038" y="2537729"/>
                <a:ext cx="1021745" cy="305872"/>
              </a:xfrm>
              <a:custGeom>
                <a:rect b="b" l="l" r="r" t="t"/>
                <a:pathLst>
                  <a:path extrusionOk="0" h="4979" w="16632">
                    <a:moveTo>
                      <a:pt x="16632" y="2492"/>
                    </a:moveTo>
                    <a:cubicBezTo>
                      <a:pt x="16632" y="3862"/>
                      <a:pt x="12908" y="4978"/>
                      <a:pt x="8316" y="4978"/>
                    </a:cubicBezTo>
                    <a:cubicBezTo>
                      <a:pt x="3724" y="4978"/>
                      <a:pt x="0" y="3862"/>
                      <a:pt x="0" y="2492"/>
                    </a:cubicBezTo>
                    <a:cubicBezTo>
                      <a:pt x="0" y="1117"/>
                      <a:pt x="3724" y="0"/>
                      <a:pt x="8316" y="0"/>
                    </a:cubicBezTo>
                    <a:cubicBezTo>
                      <a:pt x="12908" y="0"/>
                      <a:pt x="16632" y="1117"/>
                      <a:pt x="16632" y="24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107"/>
              <p:cNvSpPr/>
              <p:nvPr/>
            </p:nvSpPr>
            <p:spPr>
              <a:xfrm>
                <a:off x="6661976" y="1892869"/>
                <a:ext cx="1057868" cy="846786"/>
              </a:xfrm>
              <a:custGeom>
                <a:rect b="b" l="l" r="r" t="t"/>
                <a:pathLst>
                  <a:path extrusionOk="0" h="13784" w="17220">
                    <a:moveTo>
                      <a:pt x="17219" y="6895"/>
                    </a:moveTo>
                    <a:cubicBezTo>
                      <a:pt x="17219" y="10699"/>
                      <a:pt x="13364" y="13783"/>
                      <a:pt x="8610" y="13783"/>
                    </a:cubicBezTo>
                    <a:cubicBezTo>
                      <a:pt x="3851" y="13783"/>
                      <a:pt x="1" y="10699"/>
                      <a:pt x="1" y="6895"/>
                    </a:cubicBezTo>
                    <a:cubicBezTo>
                      <a:pt x="1" y="3085"/>
                      <a:pt x="3851" y="0"/>
                      <a:pt x="8610" y="0"/>
                    </a:cubicBezTo>
                    <a:cubicBezTo>
                      <a:pt x="13364" y="0"/>
                      <a:pt x="17219" y="3085"/>
                      <a:pt x="17219" y="68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107"/>
              <p:cNvSpPr/>
              <p:nvPr/>
            </p:nvSpPr>
            <p:spPr>
              <a:xfrm>
                <a:off x="6754986" y="2078457"/>
                <a:ext cx="871543" cy="563582"/>
              </a:xfrm>
              <a:custGeom>
                <a:rect b="b" l="l" r="r" t="t"/>
                <a:pathLst>
                  <a:path extrusionOk="0" h="9174" w="14187">
                    <a:moveTo>
                      <a:pt x="2820" y="1"/>
                    </a:moveTo>
                    <a:cubicBezTo>
                      <a:pt x="1266" y="1"/>
                      <a:pt x="0" y="1261"/>
                      <a:pt x="0" y="2820"/>
                    </a:cubicBezTo>
                    <a:lnTo>
                      <a:pt x="0" y="2820"/>
                    </a:lnTo>
                    <a:cubicBezTo>
                      <a:pt x="0" y="5825"/>
                      <a:pt x="3177" y="9174"/>
                      <a:pt x="7096" y="9174"/>
                    </a:cubicBezTo>
                    <a:cubicBezTo>
                      <a:pt x="11015" y="9174"/>
                      <a:pt x="14186" y="5825"/>
                      <a:pt x="14186" y="2820"/>
                    </a:cubicBezTo>
                    <a:lnTo>
                      <a:pt x="14186" y="2820"/>
                    </a:lnTo>
                    <a:cubicBezTo>
                      <a:pt x="14186" y="1267"/>
                      <a:pt x="12932" y="1"/>
                      <a:pt x="113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107"/>
              <p:cNvSpPr/>
              <p:nvPr/>
            </p:nvSpPr>
            <p:spPr>
              <a:xfrm>
                <a:off x="6824959" y="2140320"/>
                <a:ext cx="731907" cy="248617"/>
              </a:xfrm>
              <a:custGeom>
                <a:rect b="b" l="l" r="r" t="t"/>
                <a:pathLst>
                  <a:path extrusionOk="0" h="4047" w="11914">
                    <a:moveTo>
                      <a:pt x="9882" y="4046"/>
                    </a:moveTo>
                    <a:lnTo>
                      <a:pt x="2021" y="4046"/>
                    </a:lnTo>
                    <a:cubicBezTo>
                      <a:pt x="904" y="4046"/>
                      <a:pt x="1" y="3137"/>
                      <a:pt x="1" y="2026"/>
                    </a:cubicBezTo>
                    <a:lnTo>
                      <a:pt x="1" y="2026"/>
                    </a:lnTo>
                    <a:cubicBezTo>
                      <a:pt x="1" y="910"/>
                      <a:pt x="904" y="1"/>
                      <a:pt x="2021" y="1"/>
                    </a:cubicBezTo>
                    <a:lnTo>
                      <a:pt x="9882" y="1"/>
                    </a:lnTo>
                    <a:cubicBezTo>
                      <a:pt x="10998" y="1"/>
                      <a:pt x="11908" y="910"/>
                      <a:pt x="11908" y="2026"/>
                    </a:cubicBezTo>
                    <a:lnTo>
                      <a:pt x="11908" y="2026"/>
                    </a:lnTo>
                    <a:cubicBezTo>
                      <a:pt x="11913" y="3137"/>
                      <a:pt x="11004" y="4046"/>
                      <a:pt x="9882" y="40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107"/>
              <p:cNvSpPr/>
              <p:nvPr/>
            </p:nvSpPr>
            <p:spPr>
              <a:xfrm>
                <a:off x="7105709" y="2445088"/>
                <a:ext cx="170107" cy="60880"/>
              </a:xfrm>
              <a:custGeom>
                <a:rect b="b" l="l" r="r" t="t"/>
                <a:pathLst>
                  <a:path extrusionOk="0" h="991" w="2769">
                    <a:moveTo>
                      <a:pt x="2032" y="990"/>
                    </a:moveTo>
                    <a:lnTo>
                      <a:pt x="731" y="990"/>
                    </a:lnTo>
                    <a:cubicBezTo>
                      <a:pt x="328" y="990"/>
                      <a:pt x="0" y="662"/>
                      <a:pt x="0" y="259"/>
                    </a:cubicBezTo>
                    <a:lnTo>
                      <a:pt x="0" y="259"/>
                    </a:lnTo>
                    <a:cubicBezTo>
                      <a:pt x="0" y="115"/>
                      <a:pt x="115" y="0"/>
                      <a:pt x="259" y="0"/>
                    </a:cubicBezTo>
                    <a:lnTo>
                      <a:pt x="2509" y="0"/>
                    </a:lnTo>
                    <a:cubicBezTo>
                      <a:pt x="2653" y="0"/>
                      <a:pt x="2768" y="115"/>
                      <a:pt x="2768" y="259"/>
                    </a:cubicBezTo>
                    <a:lnTo>
                      <a:pt x="2768" y="259"/>
                    </a:lnTo>
                    <a:cubicBezTo>
                      <a:pt x="2768" y="668"/>
                      <a:pt x="2446" y="990"/>
                      <a:pt x="2032" y="9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107"/>
              <p:cNvSpPr/>
              <p:nvPr/>
            </p:nvSpPr>
            <p:spPr>
              <a:xfrm>
                <a:off x="6945184" y="2233329"/>
                <a:ext cx="134046" cy="75685"/>
              </a:xfrm>
              <a:custGeom>
                <a:rect b="b" l="l" r="r" t="t"/>
                <a:pathLst>
                  <a:path extrusionOk="0" h="1232" w="2182">
                    <a:moveTo>
                      <a:pt x="1957" y="1232"/>
                    </a:moveTo>
                    <a:lnTo>
                      <a:pt x="213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98" y="0"/>
                      <a:pt x="213" y="0"/>
                    </a:cubicBezTo>
                    <a:lnTo>
                      <a:pt x="1957" y="0"/>
                    </a:lnTo>
                    <a:cubicBezTo>
                      <a:pt x="2078" y="0"/>
                      <a:pt x="2170" y="98"/>
                      <a:pt x="2170" y="213"/>
                    </a:cubicBezTo>
                    <a:lnTo>
                      <a:pt x="2170" y="1013"/>
                    </a:lnTo>
                    <a:cubicBezTo>
                      <a:pt x="2182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107"/>
              <p:cNvSpPr/>
              <p:nvPr/>
            </p:nvSpPr>
            <p:spPr>
              <a:xfrm>
                <a:off x="7302602" y="2233329"/>
                <a:ext cx="133677" cy="75685"/>
              </a:xfrm>
              <a:custGeom>
                <a:rect b="b" l="l" r="r" t="t"/>
                <a:pathLst>
                  <a:path extrusionOk="0" h="1232" w="2176">
                    <a:moveTo>
                      <a:pt x="1957" y="1232"/>
                    </a:moveTo>
                    <a:lnTo>
                      <a:pt x="219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104" y="0"/>
                      <a:pt x="219" y="0"/>
                    </a:cubicBezTo>
                    <a:lnTo>
                      <a:pt x="1957" y="0"/>
                    </a:lnTo>
                    <a:cubicBezTo>
                      <a:pt x="2078" y="0"/>
                      <a:pt x="2176" y="98"/>
                      <a:pt x="2176" y="213"/>
                    </a:cubicBezTo>
                    <a:lnTo>
                      <a:pt x="2176" y="1013"/>
                    </a:lnTo>
                    <a:cubicBezTo>
                      <a:pt x="2176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107"/>
              <p:cNvSpPr/>
              <p:nvPr/>
            </p:nvSpPr>
            <p:spPr>
              <a:xfrm>
                <a:off x="6768072" y="1921128"/>
                <a:ext cx="902628" cy="379407"/>
              </a:xfrm>
              <a:custGeom>
                <a:rect b="b" l="l" r="r" t="t"/>
                <a:pathLst>
                  <a:path extrusionOk="0" h="6176" w="14693">
                    <a:moveTo>
                      <a:pt x="6791" y="1"/>
                    </a:moveTo>
                    <a:cubicBezTo>
                      <a:pt x="3960" y="1"/>
                      <a:pt x="1474" y="1146"/>
                      <a:pt x="0" y="2878"/>
                    </a:cubicBezTo>
                    <a:cubicBezTo>
                      <a:pt x="1681" y="4524"/>
                      <a:pt x="4501" y="5727"/>
                      <a:pt x="7758" y="5974"/>
                    </a:cubicBezTo>
                    <a:cubicBezTo>
                      <a:pt x="10399" y="6176"/>
                      <a:pt x="12845" y="5710"/>
                      <a:pt x="14692" y="4795"/>
                    </a:cubicBezTo>
                    <a:cubicBezTo>
                      <a:pt x="13726" y="2032"/>
                      <a:pt x="10560" y="1"/>
                      <a:pt x="6791" y="1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107"/>
              <p:cNvSpPr/>
              <p:nvPr/>
            </p:nvSpPr>
            <p:spPr>
              <a:xfrm>
                <a:off x="7767529" y="1927148"/>
                <a:ext cx="34709" cy="283941"/>
              </a:xfrm>
              <a:custGeom>
                <a:rect b="b" l="l" r="r" t="t"/>
                <a:pathLst>
                  <a:path extrusionOk="0" h="4622" w="565">
                    <a:moveTo>
                      <a:pt x="282" y="4622"/>
                    </a:moveTo>
                    <a:lnTo>
                      <a:pt x="282" y="4622"/>
                    </a:lnTo>
                    <a:cubicBezTo>
                      <a:pt x="133" y="4622"/>
                      <a:pt x="0" y="4501"/>
                      <a:pt x="0" y="4345"/>
                    </a:cubicBezTo>
                    <a:lnTo>
                      <a:pt x="0" y="277"/>
                    </a:lnTo>
                    <a:cubicBezTo>
                      <a:pt x="0" y="127"/>
                      <a:pt x="121" y="1"/>
                      <a:pt x="282" y="1"/>
                    </a:cubicBezTo>
                    <a:lnTo>
                      <a:pt x="282" y="1"/>
                    </a:lnTo>
                    <a:cubicBezTo>
                      <a:pt x="432" y="1"/>
                      <a:pt x="564" y="121"/>
                      <a:pt x="564" y="277"/>
                    </a:cubicBezTo>
                    <a:lnTo>
                      <a:pt x="564" y="4345"/>
                    </a:lnTo>
                    <a:cubicBezTo>
                      <a:pt x="553" y="4501"/>
                      <a:pt x="432" y="4622"/>
                      <a:pt x="282" y="46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107"/>
              <p:cNvSpPr/>
              <p:nvPr/>
            </p:nvSpPr>
            <p:spPr>
              <a:xfrm>
                <a:off x="6607178" y="1789600"/>
                <a:ext cx="1167463" cy="435311"/>
              </a:xfrm>
              <a:custGeom>
                <a:rect b="b" l="l" r="r" t="t"/>
                <a:pathLst>
                  <a:path extrusionOk="0" h="7086" w="19004">
                    <a:moveTo>
                      <a:pt x="19003" y="7085"/>
                    </a:moveTo>
                    <a:lnTo>
                      <a:pt x="18278" y="7085"/>
                    </a:lnTo>
                    <a:cubicBezTo>
                      <a:pt x="18278" y="3580"/>
                      <a:pt x="14342" y="732"/>
                      <a:pt x="9502" y="732"/>
                    </a:cubicBezTo>
                    <a:cubicBezTo>
                      <a:pt x="4662" y="732"/>
                      <a:pt x="726" y="3580"/>
                      <a:pt x="726" y="7085"/>
                    </a:cubicBezTo>
                    <a:lnTo>
                      <a:pt x="1" y="7085"/>
                    </a:lnTo>
                    <a:cubicBezTo>
                      <a:pt x="1" y="3178"/>
                      <a:pt x="4265" y="1"/>
                      <a:pt x="9502" y="1"/>
                    </a:cubicBezTo>
                    <a:cubicBezTo>
                      <a:pt x="14739" y="1"/>
                      <a:pt x="19003" y="3178"/>
                      <a:pt x="19003" y="70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107"/>
              <p:cNvSpPr/>
              <p:nvPr/>
            </p:nvSpPr>
            <p:spPr>
              <a:xfrm>
                <a:off x="6542489" y="2166859"/>
                <a:ext cx="130913" cy="301941"/>
              </a:xfrm>
              <a:custGeom>
                <a:rect b="b" l="l" r="r" t="t"/>
                <a:pathLst>
                  <a:path extrusionOk="0" h="4915" w="2131">
                    <a:moveTo>
                      <a:pt x="1848" y="4915"/>
                    </a:moveTo>
                    <a:lnTo>
                      <a:pt x="283" y="4915"/>
                    </a:lnTo>
                    <a:cubicBezTo>
                      <a:pt x="122" y="4915"/>
                      <a:pt x="1" y="4794"/>
                      <a:pt x="1" y="4633"/>
                    </a:cubicBezTo>
                    <a:lnTo>
                      <a:pt x="1" y="282"/>
                    </a:lnTo>
                    <a:cubicBezTo>
                      <a:pt x="1" y="127"/>
                      <a:pt x="122" y="0"/>
                      <a:pt x="283" y="0"/>
                    </a:cubicBezTo>
                    <a:lnTo>
                      <a:pt x="1848" y="0"/>
                    </a:lnTo>
                    <a:cubicBezTo>
                      <a:pt x="2009" y="0"/>
                      <a:pt x="2130" y="127"/>
                      <a:pt x="2130" y="282"/>
                    </a:cubicBezTo>
                    <a:lnTo>
                      <a:pt x="2130" y="4633"/>
                    </a:lnTo>
                    <a:cubicBezTo>
                      <a:pt x="2130" y="4788"/>
                      <a:pt x="2003" y="4915"/>
                      <a:pt x="1848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107"/>
              <p:cNvSpPr/>
              <p:nvPr/>
            </p:nvSpPr>
            <p:spPr>
              <a:xfrm>
                <a:off x="7701427" y="2166859"/>
                <a:ext cx="130851" cy="301941"/>
              </a:xfrm>
              <a:custGeom>
                <a:rect b="b" l="l" r="r" t="t"/>
                <a:pathLst>
                  <a:path extrusionOk="0" h="4915" w="2130">
                    <a:moveTo>
                      <a:pt x="1847" y="4915"/>
                    </a:moveTo>
                    <a:lnTo>
                      <a:pt x="276" y="4915"/>
                    </a:lnTo>
                    <a:cubicBezTo>
                      <a:pt x="121" y="4915"/>
                      <a:pt x="0" y="4794"/>
                      <a:pt x="0" y="4633"/>
                    </a:cubicBezTo>
                    <a:lnTo>
                      <a:pt x="0" y="282"/>
                    </a:lnTo>
                    <a:cubicBezTo>
                      <a:pt x="0" y="127"/>
                      <a:pt x="121" y="0"/>
                      <a:pt x="276" y="0"/>
                    </a:cubicBezTo>
                    <a:lnTo>
                      <a:pt x="1847" y="0"/>
                    </a:lnTo>
                    <a:cubicBezTo>
                      <a:pt x="2003" y="0"/>
                      <a:pt x="2129" y="127"/>
                      <a:pt x="2129" y="282"/>
                    </a:cubicBezTo>
                    <a:lnTo>
                      <a:pt x="2129" y="4633"/>
                    </a:lnTo>
                    <a:cubicBezTo>
                      <a:pt x="2129" y="4788"/>
                      <a:pt x="2003" y="4915"/>
                      <a:pt x="1847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107"/>
              <p:cNvSpPr/>
              <p:nvPr/>
            </p:nvSpPr>
            <p:spPr>
              <a:xfrm>
                <a:off x="7378964" y="2422481"/>
                <a:ext cx="408403" cy="300159"/>
              </a:xfrm>
              <a:custGeom>
                <a:rect b="b" l="l" r="r" t="t"/>
                <a:pathLst>
                  <a:path extrusionOk="0" h="4886" w="6648">
                    <a:moveTo>
                      <a:pt x="311" y="4886"/>
                    </a:moveTo>
                    <a:cubicBezTo>
                      <a:pt x="156" y="4886"/>
                      <a:pt x="18" y="4759"/>
                      <a:pt x="12" y="4598"/>
                    </a:cubicBezTo>
                    <a:cubicBezTo>
                      <a:pt x="1" y="4431"/>
                      <a:pt x="133" y="4287"/>
                      <a:pt x="300" y="4282"/>
                    </a:cubicBezTo>
                    <a:cubicBezTo>
                      <a:pt x="5324" y="4011"/>
                      <a:pt x="5986" y="432"/>
                      <a:pt x="6014" y="282"/>
                    </a:cubicBezTo>
                    <a:cubicBezTo>
                      <a:pt x="6043" y="115"/>
                      <a:pt x="6199" y="0"/>
                      <a:pt x="6371" y="29"/>
                    </a:cubicBezTo>
                    <a:cubicBezTo>
                      <a:pt x="6532" y="58"/>
                      <a:pt x="6648" y="207"/>
                      <a:pt x="6619" y="374"/>
                    </a:cubicBezTo>
                    <a:cubicBezTo>
                      <a:pt x="6613" y="414"/>
                      <a:pt x="5871" y="4587"/>
                      <a:pt x="334" y="48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107"/>
              <p:cNvSpPr/>
              <p:nvPr/>
            </p:nvSpPr>
            <p:spPr>
              <a:xfrm>
                <a:off x="7268998" y="2645175"/>
                <a:ext cx="181472" cy="117459"/>
              </a:xfrm>
              <a:custGeom>
                <a:rect b="b" l="l" r="r" t="t"/>
                <a:pathLst>
                  <a:path extrusionOk="0" h="1912" w="2954">
                    <a:moveTo>
                      <a:pt x="1" y="956"/>
                    </a:moveTo>
                    <a:lnTo>
                      <a:pt x="1" y="956"/>
                    </a:lnTo>
                    <a:cubicBezTo>
                      <a:pt x="1" y="426"/>
                      <a:pt x="433" y="1"/>
                      <a:pt x="956" y="1"/>
                    </a:cubicBezTo>
                    <a:lnTo>
                      <a:pt x="1992" y="1"/>
                    </a:lnTo>
                    <a:cubicBezTo>
                      <a:pt x="2527" y="1"/>
                      <a:pt x="2953" y="432"/>
                      <a:pt x="2953" y="956"/>
                    </a:cubicBezTo>
                    <a:lnTo>
                      <a:pt x="2953" y="956"/>
                    </a:lnTo>
                    <a:cubicBezTo>
                      <a:pt x="2953" y="1491"/>
                      <a:pt x="2522" y="1911"/>
                      <a:pt x="1992" y="1911"/>
                    </a:cubicBezTo>
                    <a:lnTo>
                      <a:pt x="956" y="1911"/>
                    </a:lnTo>
                    <a:cubicBezTo>
                      <a:pt x="427" y="1911"/>
                      <a:pt x="1" y="1480"/>
                      <a:pt x="1" y="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107"/>
              <p:cNvSpPr/>
              <p:nvPr/>
            </p:nvSpPr>
            <p:spPr>
              <a:xfrm>
                <a:off x="6595567" y="2756491"/>
                <a:ext cx="229450" cy="694433"/>
              </a:xfrm>
              <a:custGeom>
                <a:rect b="b" l="l" r="r" t="t"/>
                <a:pathLst>
                  <a:path extrusionOk="0" h="11304" w="3735">
                    <a:moveTo>
                      <a:pt x="1593" y="1"/>
                    </a:moveTo>
                    <a:cubicBezTo>
                      <a:pt x="1147" y="1"/>
                      <a:pt x="610" y="462"/>
                      <a:pt x="0" y="1526"/>
                    </a:cubicBezTo>
                    <a:cubicBezTo>
                      <a:pt x="6" y="1636"/>
                      <a:pt x="17" y="1739"/>
                      <a:pt x="35" y="1849"/>
                    </a:cubicBezTo>
                    <a:cubicBezTo>
                      <a:pt x="460" y="4542"/>
                      <a:pt x="1157" y="8064"/>
                      <a:pt x="2239" y="11304"/>
                    </a:cubicBezTo>
                    <a:cubicBezTo>
                      <a:pt x="3194" y="7811"/>
                      <a:pt x="3735" y="2562"/>
                      <a:pt x="2279" y="445"/>
                    </a:cubicBezTo>
                    <a:cubicBezTo>
                      <a:pt x="2084" y="158"/>
                      <a:pt x="1854" y="1"/>
                      <a:pt x="1593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107"/>
              <p:cNvSpPr/>
              <p:nvPr/>
            </p:nvSpPr>
            <p:spPr>
              <a:xfrm>
                <a:off x="6451997" y="2703168"/>
                <a:ext cx="330998" cy="882846"/>
              </a:xfrm>
              <a:custGeom>
                <a:rect b="b" l="l" r="r" t="t"/>
                <a:pathLst>
                  <a:path extrusionOk="0" h="14371" w="5388">
                    <a:moveTo>
                      <a:pt x="582" y="3977"/>
                    </a:moveTo>
                    <a:cubicBezTo>
                      <a:pt x="1" y="7522"/>
                      <a:pt x="714" y="14370"/>
                      <a:pt x="2130" y="14364"/>
                    </a:cubicBezTo>
                    <a:cubicBezTo>
                      <a:pt x="3626" y="14347"/>
                      <a:pt x="5387" y="2924"/>
                      <a:pt x="4259" y="1048"/>
                    </a:cubicBezTo>
                    <a:cubicBezTo>
                      <a:pt x="3632" y="0"/>
                      <a:pt x="1157" y="490"/>
                      <a:pt x="582" y="39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107"/>
              <p:cNvSpPr/>
              <p:nvPr/>
            </p:nvSpPr>
            <p:spPr>
              <a:xfrm>
                <a:off x="6129596" y="4090813"/>
                <a:ext cx="151677" cy="81705"/>
              </a:xfrm>
              <a:custGeom>
                <a:rect b="b" l="l" r="r" t="t"/>
                <a:pathLst>
                  <a:path extrusionOk="0" h="1330" w="2469">
                    <a:moveTo>
                      <a:pt x="391" y="0"/>
                    </a:moveTo>
                    <a:cubicBezTo>
                      <a:pt x="391" y="0"/>
                      <a:pt x="0" y="593"/>
                      <a:pt x="23" y="863"/>
                    </a:cubicBezTo>
                    <a:lnTo>
                      <a:pt x="1025" y="1329"/>
                    </a:lnTo>
                    <a:lnTo>
                      <a:pt x="2250" y="1329"/>
                    </a:lnTo>
                    <a:cubicBezTo>
                      <a:pt x="2250" y="1329"/>
                      <a:pt x="2469" y="961"/>
                      <a:pt x="1767" y="950"/>
                    </a:cubicBezTo>
                    <a:cubicBezTo>
                      <a:pt x="1059" y="932"/>
                      <a:pt x="990" y="271"/>
                      <a:pt x="990" y="2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107"/>
              <p:cNvSpPr/>
              <p:nvPr/>
            </p:nvSpPr>
            <p:spPr>
              <a:xfrm>
                <a:off x="6297861" y="3169136"/>
                <a:ext cx="288548" cy="246467"/>
              </a:xfrm>
              <a:custGeom>
                <a:rect b="b" l="l" r="r" t="t"/>
                <a:pathLst>
                  <a:path extrusionOk="0" h="4012" w="4697">
                    <a:moveTo>
                      <a:pt x="1220" y="714"/>
                    </a:moveTo>
                    <a:cubicBezTo>
                      <a:pt x="1675" y="1376"/>
                      <a:pt x="2320" y="2527"/>
                      <a:pt x="2320" y="2527"/>
                    </a:cubicBezTo>
                    <a:cubicBezTo>
                      <a:pt x="2320" y="2527"/>
                      <a:pt x="3655" y="1226"/>
                      <a:pt x="3712" y="835"/>
                    </a:cubicBezTo>
                    <a:cubicBezTo>
                      <a:pt x="3741" y="679"/>
                      <a:pt x="3741" y="415"/>
                      <a:pt x="3954" y="184"/>
                    </a:cubicBezTo>
                    <a:cubicBezTo>
                      <a:pt x="4058" y="75"/>
                      <a:pt x="4604" y="0"/>
                      <a:pt x="4495" y="138"/>
                    </a:cubicBezTo>
                    <a:cubicBezTo>
                      <a:pt x="4345" y="334"/>
                      <a:pt x="4248" y="547"/>
                      <a:pt x="4201" y="817"/>
                    </a:cubicBezTo>
                    <a:cubicBezTo>
                      <a:pt x="4322" y="771"/>
                      <a:pt x="4524" y="628"/>
                      <a:pt x="4576" y="651"/>
                    </a:cubicBezTo>
                    <a:cubicBezTo>
                      <a:pt x="4696" y="708"/>
                      <a:pt x="4449" y="1053"/>
                      <a:pt x="4173" y="1163"/>
                    </a:cubicBezTo>
                    <a:cubicBezTo>
                      <a:pt x="4069" y="1197"/>
                      <a:pt x="2705" y="3447"/>
                      <a:pt x="2320" y="3712"/>
                    </a:cubicBezTo>
                    <a:cubicBezTo>
                      <a:pt x="1888" y="4011"/>
                      <a:pt x="144" y="1134"/>
                      <a:pt x="144" y="1134"/>
                    </a:cubicBezTo>
                    <a:cubicBezTo>
                      <a:pt x="0" y="817"/>
                      <a:pt x="1077" y="392"/>
                      <a:pt x="1220" y="714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107"/>
              <p:cNvSpPr/>
              <p:nvPr/>
            </p:nvSpPr>
            <p:spPr>
              <a:xfrm>
                <a:off x="6297861" y="3193156"/>
                <a:ext cx="142523" cy="222816"/>
              </a:xfrm>
              <a:custGeom>
                <a:rect b="b" l="l" r="r" t="t"/>
                <a:pathLst>
                  <a:path extrusionOk="0" h="3627" w="2320">
                    <a:moveTo>
                      <a:pt x="1220" y="323"/>
                    </a:moveTo>
                    <a:cubicBezTo>
                      <a:pt x="1364" y="530"/>
                      <a:pt x="1525" y="783"/>
                      <a:pt x="1681" y="1042"/>
                    </a:cubicBezTo>
                    <a:cubicBezTo>
                      <a:pt x="1710" y="1267"/>
                      <a:pt x="1853" y="1497"/>
                      <a:pt x="1940" y="1704"/>
                    </a:cubicBezTo>
                    <a:cubicBezTo>
                      <a:pt x="2118" y="2136"/>
                      <a:pt x="1940" y="2475"/>
                      <a:pt x="2320" y="3333"/>
                    </a:cubicBezTo>
                    <a:cubicBezTo>
                      <a:pt x="1888" y="3626"/>
                      <a:pt x="144" y="749"/>
                      <a:pt x="144" y="749"/>
                    </a:cubicBezTo>
                    <a:cubicBezTo>
                      <a:pt x="0" y="426"/>
                      <a:pt x="1077" y="1"/>
                      <a:pt x="1220" y="323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107"/>
              <p:cNvSpPr/>
              <p:nvPr/>
            </p:nvSpPr>
            <p:spPr>
              <a:xfrm>
                <a:off x="6272428" y="3189839"/>
                <a:ext cx="160216" cy="163165"/>
              </a:xfrm>
              <a:custGeom>
                <a:rect b="b" l="l" r="r" t="t"/>
                <a:pathLst>
                  <a:path extrusionOk="0" h="2656" w="2608">
                    <a:moveTo>
                      <a:pt x="966" y="0"/>
                    </a:moveTo>
                    <a:cubicBezTo>
                      <a:pt x="615" y="0"/>
                      <a:pt x="379" y="266"/>
                      <a:pt x="259" y="515"/>
                    </a:cubicBezTo>
                    <a:cubicBezTo>
                      <a:pt x="0" y="1067"/>
                      <a:pt x="328" y="1499"/>
                      <a:pt x="1209" y="2656"/>
                    </a:cubicBezTo>
                    <a:lnTo>
                      <a:pt x="2607" y="1793"/>
                    </a:lnTo>
                    <a:cubicBezTo>
                      <a:pt x="2607" y="1793"/>
                      <a:pt x="1796" y="291"/>
                      <a:pt x="1306" y="78"/>
                    </a:cubicBezTo>
                    <a:cubicBezTo>
                      <a:pt x="1183" y="24"/>
                      <a:pt x="1069" y="0"/>
                      <a:pt x="966" y="0"/>
                    </a:cubicBezTo>
                    <a:close/>
                  </a:path>
                </a:pathLst>
              </a:custGeom>
              <a:solidFill>
                <a:srgbClr val="6FB2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107"/>
              <p:cNvSpPr/>
              <p:nvPr/>
            </p:nvSpPr>
            <p:spPr>
              <a:xfrm>
                <a:off x="6272428" y="3180071"/>
                <a:ext cx="160216" cy="172932"/>
              </a:xfrm>
              <a:custGeom>
                <a:rect b="b" l="l" r="r" t="t"/>
                <a:pathLst>
                  <a:path extrusionOk="0" h="2815" w="2608">
                    <a:moveTo>
                      <a:pt x="259" y="674"/>
                    </a:moveTo>
                    <a:cubicBezTo>
                      <a:pt x="0" y="1226"/>
                      <a:pt x="328" y="1658"/>
                      <a:pt x="1209" y="2815"/>
                    </a:cubicBezTo>
                    <a:lnTo>
                      <a:pt x="2607" y="1952"/>
                    </a:lnTo>
                    <a:cubicBezTo>
                      <a:pt x="2607" y="1952"/>
                      <a:pt x="1796" y="450"/>
                      <a:pt x="1306" y="237"/>
                    </a:cubicBezTo>
                    <a:cubicBezTo>
                      <a:pt x="765" y="1"/>
                      <a:pt x="414" y="352"/>
                      <a:pt x="259" y="6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107"/>
              <p:cNvSpPr/>
              <p:nvPr/>
            </p:nvSpPr>
            <p:spPr>
              <a:xfrm>
                <a:off x="6276974" y="3092775"/>
                <a:ext cx="83180" cy="102224"/>
              </a:xfrm>
              <a:custGeom>
                <a:rect b="b" l="l" r="r" t="t"/>
                <a:pathLst>
                  <a:path extrusionOk="0" h="1664" w="1354">
                    <a:moveTo>
                      <a:pt x="1" y="1554"/>
                    </a:moveTo>
                    <a:lnTo>
                      <a:pt x="1186" y="1663"/>
                    </a:lnTo>
                    <a:lnTo>
                      <a:pt x="1353" y="110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107"/>
              <p:cNvSpPr/>
              <p:nvPr/>
            </p:nvSpPr>
            <p:spPr>
              <a:xfrm>
                <a:off x="6287971" y="3093082"/>
                <a:ext cx="71815" cy="84961"/>
              </a:xfrm>
              <a:custGeom>
                <a:rect b="b" l="l" r="r" t="t"/>
                <a:pathLst>
                  <a:path extrusionOk="0" h="1383" w="1169">
                    <a:moveTo>
                      <a:pt x="150" y="461"/>
                    </a:moveTo>
                    <a:cubicBezTo>
                      <a:pt x="92" y="346"/>
                      <a:pt x="35" y="231"/>
                      <a:pt x="0" y="1"/>
                    </a:cubicBezTo>
                    <a:lnTo>
                      <a:pt x="1169" y="105"/>
                    </a:lnTo>
                    <a:lnTo>
                      <a:pt x="1030" y="1382"/>
                    </a:lnTo>
                    <a:cubicBezTo>
                      <a:pt x="921" y="1290"/>
                      <a:pt x="392" y="939"/>
                      <a:pt x="150" y="46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107"/>
              <p:cNvSpPr/>
              <p:nvPr/>
            </p:nvSpPr>
            <p:spPr>
              <a:xfrm>
                <a:off x="6261063" y="2990612"/>
                <a:ext cx="180059" cy="174345"/>
              </a:xfrm>
              <a:custGeom>
                <a:rect b="b" l="l" r="r" t="t"/>
                <a:pathLst>
                  <a:path extrusionOk="0" h="2838" w="2931">
                    <a:moveTo>
                      <a:pt x="369" y="1117"/>
                    </a:moveTo>
                    <a:lnTo>
                      <a:pt x="243" y="478"/>
                    </a:lnTo>
                    <a:lnTo>
                      <a:pt x="1612" y="0"/>
                    </a:lnTo>
                    <a:cubicBezTo>
                      <a:pt x="2027" y="368"/>
                      <a:pt x="2930" y="1611"/>
                      <a:pt x="2274" y="2239"/>
                    </a:cubicBezTo>
                    <a:cubicBezTo>
                      <a:pt x="1641" y="2837"/>
                      <a:pt x="611" y="2383"/>
                      <a:pt x="502" y="1813"/>
                    </a:cubicBezTo>
                    <a:lnTo>
                      <a:pt x="490" y="1755"/>
                    </a:lnTo>
                    <a:cubicBezTo>
                      <a:pt x="444" y="1773"/>
                      <a:pt x="398" y="1778"/>
                      <a:pt x="346" y="1773"/>
                    </a:cubicBezTo>
                    <a:cubicBezTo>
                      <a:pt x="151" y="1755"/>
                      <a:pt x="1" y="1600"/>
                      <a:pt x="12" y="1422"/>
                    </a:cubicBezTo>
                    <a:cubicBezTo>
                      <a:pt x="30" y="1255"/>
                      <a:pt x="185" y="1122"/>
                      <a:pt x="369" y="1117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107"/>
              <p:cNvSpPr/>
              <p:nvPr/>
            </p:nvSpPr>
            <p:spPr>
              <a:xfrm>
                <a:off x="6244107" y="3489078"/>
                <a:ext cx="200516" cy="614878"/>
              </a:xfrm>
              <a:custGeom>
                <a:rect b="b" l="l" r="r" t="t"/>
                <a:pathLst>
                  <a:path extrusionOk="0" h="10009" w="3264">
                    <a:moveTo>
                      <a:pt x="2447" y="271"/>
                    </a:moveTo>
                    <a:lnTo>
                      <a:pt x="3160" y="4455"/>
                    </a:lnTo>
                    <a:lnTo>
                      <a:pt x="3264" y="10008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107"/>
              <p:cNvSpPr/>
              <p:nvPr/>
            </p:nvSpPr>
            <p:spPr>
              <a:xfrm>
                <a:off x="6244107" y="3489078"/>
                <a:ext cx="154564" cy="611315"/>
              </a:xfrm>
              <a:custGeom>
                <a:rect b="b" l="l" r="r" t="t"/>
                <a:pathLst>
                  <a:path extrusionOk="0" h="9951" w="2516">
                    <a:moveTo>
                      <a:pt x="1439" y="196"/>
                    </a:moveTo>
                    <a:lnTo>
                      <a:pt x="2372" y="4397"/>
                    </a:lnTo>
                    <a:lnTo>
                      <a:pt x="2516" y="9950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107"/>
              <p:cNvSpPr/>
              <p:nvPr/>
            </p:nvSpPr>
            <p:spPr>
              <a:xfrm>
                <a:off x="6139855" y="3523726"/>
                <a:ext cx="208625" cy="597185"/>
              </a:xfrm>
              <a:custGeom>
                <a:rect b="b" l="l" r="r" t="t"/>
                <a:pathLst>
                  <a:path extrusionOk="0" h="9721" w="3396">
                    <a:moveTo>
                      <a:pt x="3395" y="0"/>
                    </a:moveTo>
                    <a:lnTo>
                      <a:pt x="3309" y="4518"/>
                    </a:lnTo>
                    <a:lnTo>
                      <a:pt x="1065" y="9720"/>
                    </a:lnTo>
                    <a:lnTo>
                      <a:pt x="0" y="9289"/>
                    </a:lnTo>
                    <a:lnTo>
                      <a:pt x="1439" y="4052"/>
                    </a:lnTo>
                    <a:lnTo>
                      <a:pt x="1024" y="1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107"/>
              <p:cNvSpPr/>
              <p:nvPr/>
            </p:nvSpPr>
            <p:spPr>
              <a:xfrm>
                <a:off x="6206264" y="2933664"/>
                <a:ext cx="186386" cy="142155"/>
              </a:xfrm>
              <a:custGeom>
                <a:rect b="b" l="l" r="r" t="t"/>
                <a:pathLst>
                  <a:path extrusionOk="0" h="2314" w="3034">
                    <a:moveTo>
                      <a:pt x="1549" y="1692"/>
                    </a:moveTo>
                    <a:cubicBezTo>
                      <a:pt x="1612" y="1762"/>
                      <a:pt x="1814" y="1957"/>
                      <a:pt x="1699" y="2285"/>
                    </a:cubicBezTo>
                    <a:lnTo>
                      <a:pt x="1532" y="2314"/>
                    </a:lnTo>
                    <a:cubicBezTo>
                      <a:pt x="1532" y="2314"/>
                      <a:pt x="1227" y="1934"/>
                      <a:pt x="927" y="2251"/>
                    </a:cubicBezTo>
                    <a:cubicBezTo>
                      <a:pt x="312" y="2314"/>
                      <a:pt x="1" y="1238"/>
                      <a:pt x="553" y="1059"/>
                    </a:cubicBezTo>
                    <a:cubicBezTo>
                      <a:pt x="645" y="294"/>
                      <a:pt x="1417" y="1"/>
                      <a:pt x="2165" y="81"/>
                    </a:cubicBezTo>
                    <a:cubicBezTo>
                      <a:pt x="2924" y="156"/>
                      <a:pt x="3034" y="1123"/>
                      <a:pt x="2677" y="1146"/>
                    </a:cubicBezTo>
                    <a:cubicBezTo>
                      <a:pt x="1497" y="1238"/>
                      <a:pt x="1382" y="1318"/>
                      <a:pt x="1549" y="1692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107"/>
              <p:cNvSpPr/>
              <p:nvPr/>
            </p:nvSpPr>
            <p:spPr>
              <a:xfrm>
                <a:off x="6181568" y="3159921"/>
                <a:ext cx="258447" cy="444464"/>
              </a:xfrm>
              <a:custGeom>
                <a:rect b="b" l="l" r="r" t="t"/>
                <a:pathLst>
                  <a:path extrusionOk="0" h="7235" w="4207">
                    <a:moveTo>
                      <a:pt x="213" y="6987"/>
                    </a:moveTo>
                    <a:cubicBezTo>
                      <a:pt x="673" y="7234"/>
                      <a:pt x="4207" y="6653"/>
                      <a:pt x="4207" y="6653"/>
                    </a:cubicBezTo>
                    <a:cubicBezTo>
                      <a:pt x="4207" y="6653"/>
                      <a:pt x="4000" y="1675"/>
                      <a:pt x="2768" y="288"/>
                    </a:cubicBezTo>
                    <a:cubicBezTo>
                      <a:pt x="2354" y="559"/>
                      <a:pt x="2026" y="283"/>
                      <a:pt x="1611" y="1"/>
                    </a:cubicBezTo>
                    <a:cubicBezTo>
                      <a:pt x="783" y="340"/>
                      <a:pt x="345" y="1048"/>
                      <a:pt x="265" y="1549"/>
                    </a:cubicBezTo>
                    <a:cubicBezTo>
                      <a:pt x="0" y="3102"/>
                      <a:pt x="167" y="5399"/>
                      <a:pt x="213" y="69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107"/>
              <p:cNvSpPr/>
              <p:nvPr/>
            </p:nvSpPr>
            <p:spPr>
              <a:xfrm>
                <a:off x="6181568" y="3201757"/>
                <a:ext cx="135459" cy="391448"/>
              </a:xfrm>
              <a:custGeom>
                <a:rect b="b" l="l" r="r" t="t"/>
                <a:pathLst>
                  <a:path extrusionOk="0" h="6372" w="2205">
                    <a:moveTo>
                      <a:pt x="1026" y="1"/>
                    </a:moveTo>
                    <a:cubicBezTo>
                      <a:pt x="964" y="1"/>
                      <a:pt x="885" y="127"/>
                      <a:pt x="831" y="127"/>
                    </a:cubicBezTo>
                    <a:cubicBezTo>
                      <a:pt x="822" y="127"/>
                      <a:pt x="813" y="123"/>
                      <a:pt x="806" y="114"/>
                    </a:cubicBezTo>
                    <a:cubicBezTo>
                      <a:pt x="460" y="448"/>
                      <a:pt x="317" y="557"/>
                      <a:pt x="265" y="868"/>
                    </a:cubicBezTo>
                    <a:cubicBezTo>
                      <a:pt x="0" y="2421"/>
                      <a:pt x="167" y="4718"/>
                      <a:pt x="213" y="6306"/>
                    </a:cubicBezTo>
                    <a:cubicBezTo>
                      <a:pt x="295" y="6347"/>
                      <a:pt x="516" y="6372"/>
                      <a:pt x="787" y="6372"/>
                    </a:cubicBezTo>
                    <a:cubicBezTo>
                      <a:pt x="971" y="6372"/>
                      <a:pt x="1179" y="6360"/>
                      <a:pt x="1381" y="6335"/>
                    </a:cubicBezTo>
                    <a:cubicBezTo>
                      <a:pt x="1191" y="5529"/>
                      <a:pt x="1047" y="4269"/>
                      <a:pt x="1209" y="3383"/>
                    </a:cubicBezTo>
                    <a:cubicBezTo>
                      <a:pt x="1399" y="2329"/>
                      <a:pt x="2204" y="804"/>
                      <a:pt x="1053" y="10"/>
                    </a:cubicBezTo>
                    <a:cubicBezTo>
                      <a:pt x="1045" y="4"/>
                      <a:pt x="1036" y="1"/>
                      <a:pt x="1026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107"/>
              <p:cNvSpPr/>
              <p:nvPr/>
            </p:nvSpPr>
            <p:spPr>
              <a:xfrm>
                <a:off x="6381288" y="4099598"/>
                <a:ext cx="142892" cy="55965"/>
              </a:xfrm>
              <a:custGeom>
                <a:rect b="b" l="l" r="r" t="t"/>
                <a:pathLst>
                  <a:path extrusionOk="0" h="911" w="2326">
                    <a:moveTo>
                      <a:pt x="81" y="1"/>
                    </a:moveTo>
                    <a:cubicBezTo>
                      <a:pt x="81" y="1"/>
                      <a:pt x="1" y="525"/>
                      <a:pt x="1" y="818"/>
                    </a:cubicBezTo>
                    <a:lnTo>
                      <a:pt x="1244" y="910"/>
                    </a:lnTo>
                    <a:lnTo>
                      <a:pt x="2285" y="784"/>
                    </a:lnTo>
                    <a:cubicBezTo>
                      <a:pt x="2285" y="784"/>
                      <a:pt x="2326" y="329"/>
                      <a:pt x="1727" y="358"/>
                    </a:cubicBezTo>
                    <a:cubicBezTo>
                      <a:pt x="933" y="404"/>
                      <a:pt x="835" y="53"/>
                      <a:pt x="835" y="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107"/>
              <p:cNvSpPr/>
              <p:nvPr/>
            </p:nvSpPr>
            <p:spPr>
              <a:xfrm>
                <a:off x="6128490" y="3271667"/>
                <a:ext cx="110026" cy="379407"/>
              </a:xfrm>
              <a:custGeom>
                <a:rect b="b" l="l" r="r" t="t"/>
                <a:pathLst>
                  <a:path extrusionOk="0" h="6176" w="1791">
                    <a:moveTo>
                      <a:pt x="358" y="5266"/>
                    </a:moveTo>
                    <a:cubicBezTo>
                      <a:pt x="369" y="5208"/>
                      <a:pt x="358" y="5133"/>
                      <a:pt x="346" y="5053"/>
                    </a:cubicBezTo>
                    <a:lnTo>
                      <a:pt x="346" y="5053"/>
                    </a:lnTo>
                    <a:cubicBezTo>
                      <a:pt x="317" y="4909"/>
                      <a:pt x="312" y="4771"/>
                      <a:pt x="312" y="4771"/>
                    </a:cubicBezTo>
                    <a:cubicBezTo>
                      <a:pt x="225" y="4029"/>
                      <a:pt x="1" y="2083"/>
                      <a:pt x="30" y="1767"/>
                    </a:cubicBezTo>
                    <a:cubicBezTo>
                      <a:pt x="47" y="1525"/>
                      <a:pt x="479" y="691"/>
                      <a:pt x="858" y="0"/>
                    </a:cubicBezTo>
                    <a:cubicBezTo>
                      <a:pt x="1163" y="340"/>
                      <a:pt x="1503" y="656"/>
                      <a:pt x="1750" y="1053"/>
                    </a:cubicBezTo>
                    <a:lnTo>
                      <a:pt x="1791" y="1117"/>
                    </a:lnTo>
                    <a:lnTo>
                      <a:pt x="1008" y="2014"/>
                    </a:lnTo>
                    <a:lnTo>
                      <a:pt x="858" y="4995"/>
                    </a:lnTo>
                    <a:cubicBezTo>
                      <a:pt x="870" y="5030"/>
                      <a:pt x="887" y="5064"/>
                      <a:pt x="904" y="5082"/>
                    </a:cubicBezTo>
                    <a:cubicBezTo>
                      <a:pt x="1066" y="5226"/>
                      <a:pt x="1158" y="5496"/>
                      <a:pt x="1163" y="5651"/>
                    </a:cubicBezTo>
                    <a:cubicBezTo>
                      <a:pt x="1163" y="5715"/>
                      <a:pt x="1025" y="5640"/>
                      <a:pt x="985" y="5600"/>
                    </a:cubicBezTo>
                    <a:cubicBezTo>
                      <a:pt x="979" y="5669"/>
                      <a:pt x="1094" y="6002"/>
                      <a:pt x="1094" y="6037"/>
                    </a:cubicBezTo>
                    <a:cubicBezTo>
                      <a:pt x="1089" y="6112"/>
                      <a:pt x="1037" y="6169"/>
                      <a:pt x="968" y="6169"/>
                    </a:cubicBezTo>
                    <a:cubicBezTo>
                      <a:pt x="737" y="6175"/>
                      <a:pt x="461" y="5997"/>
                      <a:pt x="415" y="5864"/>
                    </a:cubicBezTo>
                    <a:cubicBezTo>
                      <a:pt x="375" y="5766"/>
                      <a:pt x="317" y="5536"/>
                      <a:pt x="358" y="5266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107"/>
              <p:cNvSpPr/>
              <p:nvPr/>
            </p:nvSpPr>
            <p:spPr>
              <a:xfrm>
                <a:off x="6162462" y="3271667"/>
                <a:ext cx="76422" cy="281115"/>
              </a:xfrm>
              <a:custGeom>
                <a:rect b="b" l="l" r="r" t="t"/>
                <a:pathLst>
                  <a:path extrusionOk="0" h="4576" w="1244">
                    <a:moveTo>
                      <a:pt x="323" y="4575"/>
                    </a:moveTo>
                    <a:cubicBezTo>
                      <a:pt x="288" y="4403"/>
                      <a:pt x="213" y="2895"/>
                      <a:pt x="150" y="2360"/>
                    </a:cubicBezTo>
                    <a:cubicBezTo>
                      <a:pt x="81" y="1784"/>
                      <a:pt x="121" y="1456"/>
                      <a:pt x="144" y="915"/>
                    </a:cubicBezTo>
                    <a:cubicBezTo>
                      <a:pt x="150" y="777"/>
                      <a:pt x="69" y="662"/>
                      <a:pt x="0" y="576"/>
                    </a:cubicBezTo>
                    <a:cubicBezTo>
                      <a:pt x="104" y="380"/>
                      <a:pt x="208" y="190"/>
                      <a:pt x="311" y="0"/>
                    </a:cubicBezTo>
                    <a:cubicBezTo>
                      <a:pt x="616" y="340"/>
                      <a:pt x="956" y="656"/>
                      <a:pt x="1203" y="1053"/>
                    </a:cubicBezTo>
                    <a:lnTo>
                      <a:pt x="1243" y="1117"/>
                    </a:lnTo>
                    <a:lnTo>
                      <a:pt x="461" y="2014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107"/>
              <p:cNvSpPr/>
              <p:nvPr/>
            </p:nvSpPr>
            <p:spPr>
              <a:xfrm>
                <a:off x="6144770" y="3196719"/>
                <a:ext cx="162673" cy="177540"/>
              </a:xfrm>
              <a:custGeom>
                <a:rect b="b" l="l" r="r" t="t"/>
                <a:pathLst>
                  <a:path extrusionOk="0" h="2890" w="2648">
                    <a:moveTo>
                      <a:pt x="1785" y="40"/>
                    </a:moveTo>
                    <a:cubicBezTo>
                      <a:pt x="1129" y="0"/>
                      <a:pt x="824" y="489"/>
                      <a:pt x="1" y="1824"/>
                    </a:cubicBezTo>
                    <a:lnTo>
                      <a:pt x="1405" y="2889"/>
                    </a:lnTo>
                    <a:cubicBezTo>
                      <a:pt x="1405" y="2889"/>
                      <a:pt x="2596" y="1485"/>
                      <a:pt x="2619" y="921"/>
                    </a:cubicBezTo>
                    <a:cubicBezTo>
                      <a:pt x="2648" y="288"/>
                      <a:pt x="2164" y="63"/>
                      <a:pt x="1785" y="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107"/>
              <p:cNvSpPr/>
              <p:nvPr/>
            </p:nvSpPr>
            <p:spPr>
              <a:xfrm>
                <a:off x="7545817" y="3489078"/>
                <a:ext cx="383646" cy="379407"/>
              </a:xfrm>
              <a:custGeom>
                <a:rect b="b" l="l" r="r" t="t"/>
                <a:pathLst>
                  <a:path extrusionOk="0" h="6176" w="6245">
                    <a:moveTo>
                      <a:pt x="5157" y="6175"/>
                    </a:moveTo>
                    <a:lnTo>
                      <a:pt x="6245" y="1865"/>
                    </a:lnTo>
                    <a:cubicBezTo>
                      <a:pt x="5221" y="1514"/>
                      <a:pt x="4352" y="858"/>
                      <a:pt x="3724" y="0"/>
                    </a:cubicBezTo>
                    <a:lnTo>
                      <a:pt x="1" y="2406"/>
                    </a:lnTo>
                    <a:cubicBezTo>
                      <a:pt x="1227" y="4184"/>
                      <a:pt x="3040" y="5537"/>
                      <a:pt x="5157" y="6175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107"/>
              <p:cNvSpPr/>
              <p:nvPr/>
            </p:nvSpPr>
            <p:spPr>
              <a:xfrm>
                <a:off x="7750881" y="2706669"/>
                <a:ext cx="876826" cy="693389"/>
              </a:xfrm>
              <a:custGeom>
                <a:rect b="b" l="l" r="r" t="t"/>
                <a:pathLst>
                  <a:path extrusionOk="0" h="11287" w="14273">
                    <a:moveTo>
                      <a:pt x="14273" y="9658"/>
                    </a:moveTo>
                    <a:cubicBezTo>
                      <a:pt x="14273" y="4334"/>
                      <a:pt x="9939" y="1"/>
                      <a:pt x="4610" y="1"/>
                    </a:cubicBezTo>
                    <a:cubicBezTo>
                      <a:pt x="2941" y="1"/>
                      <a:pt x="1365" y="421"/>
                      <a:pt x="1" y="1175"/>
                    </a:cubicBezTo>
                    <a:lnTo>
                      <a:pt x="2308" y="4967"/>
                    </a:lnTo>
                    <a:cubicBezTo>
                      <a:pt x="3005" y="4628"/>
                      <a:pt x="3782" y="4438"/>
                      <a:pt x="4610" y="4438"/>
                    </a:cubicBezTo>
                    <a:cubicBezTo>
                      <a:pt x="7494" y="4438"/>
                      <a:pt x="9830" y="6774"/>
                      <a:pt x="9830" y="9658"/>
                    </a:cubicBezTo>
                    <a:cubicBezTo>
                      <a:pt x="9830" y="9876"/>
                      <a:pt x="9818" y="10083"/>
                      <a:pt x="9795" y="10291"/>
                    </a:cubicBezTo>
                    <a:lnTo>
                      <a:pt x="14135" y="11286"/>
                    </a:lnTo>
                    <a:cubicBezTo>
                      <a:pt x="14221" y="10762"/>
                      <a:pt x="14273" y="10216"/>
                      <a:pt x="14273" y="9658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107"/>
              <p:cNvSpPr/>
              <p:nvPr/>
            </p:nvSpPr>
            <p:spPr>
              <a:xfrm>
                <a:off x="7415025" y="2670608"/>
                <a:ext cx="1263974" cy="1263605"/>
              </a:xfrm>
              <a:custGeom>
                <a:rect b="b" l="l" r="r" t="t"/>
                <a:pathLst>
                  <a:path extrusionOk="0" h="20569" w="20575">
                    <a:moveTo>
                      <a:pt x="10285" y="2406"/>
                    </a:moveTo>
                    <a:cubicBezTo>
                      <a:pt x="5859" y="2406"/>
                      <a:pt x="2262" y="6003"/>
                      <a:pt x="2262" y="10429"/>
                    </a:cubicBezTo>
                    <a:cubicBezTo>
                      <a:pt x="2262" y="14848"/>
                      <a:pt x="5859" y="18445"/>
                      <a:pt x="10285" y="18445"/>
                    </a:cubicBezTo>
                    <a:cubicBezTo>
                      <a:pt x="14710" y="18445"/>
                      <a:pt x="18307" y="14848"/>
                      <a:pt x="18307" y="10429"/>
                    </a:cubicBezTo>
                    <a:cubicBezTo>
                      <a:pt x="18307" y="6003"/>
                      <a:pt x="14710" y="2406"/>
                      <a:pt x="10285" y="2406"/>
                    </a:cubicBezTo>
                    <a:close/>
                    <a:moveTo>
                      <a:pt x="10285" y="18347"/>
                    </a:moveTo>
                    <a:cubicBezTo>
                      <a:pt x="5917" y="18347"/>
                      <a:pt x="2366" y="14791"/>
                      <a:pt x="2366" y="10429"/>
                    </a:cubicBezTo>
                    <a:cubicBezTo>
                      <a:pt x="2366" y="6061"/>
                      <a:pt x="5917" y="2504"/>
                      <a:pt x="10285" y="2504"/>
                    </a:cubicBezTo>
                    <a:cubicBezTo>
                      <a:pt x="14652" y="2504"/>
                      <a:pt x="18203" y="6061"/>
                      <a:pt x="18203" y="10429"/>
                    </a:cubicBezTo>
                    <a:cubicBezTo>
                      <a:pt x="18203" y="14791"/>
                      <a:pt x="14652" y="18347"/>
                      <a:pt x="10285" y="18347"/>
                    </a:cubicBezTo>
                    <a:close/>
                    <a:moveTo>
                      <a:pt x="10388" y="1451"/>
                    </a:moveTo>
                    <a:lnTo>
                      <a:pt x="10192" y="1451"/>
                    </a:lnTo>
                    <a:lnTo>
                      <a:pt x="10192" y="1"/>
                    </a:lnTo>
                    <a:lnTo>
                      <a:pt x="10388" y="1"/>
                    </a:lnTo>
                    <a:close/>
                    <a:moveTo>
                      <a:pt x="10187" y="19124"/>
                    </a:moveTo>
                    <a:lnTo>
                      <a:pt x="10377" y="19124"/>
                    </a:lnTo>
                    <a:lnTo>
                      <a:pt x="10377" y="20569"/>
                    </a:lnTo>
                    <a:lnTo>
                      <a:pt x="10187" y="20569"/>
                    </a:lnTo>
                    <a:close/>
                    <a:moveTo>
                      <a:pt x="9416" y="1486"/>
                    </a:moveTo>
                    <a:lnTo>
                      <a:pt x="9283" y="47"/>
                    </a:lnTo>
                    <a:lnTo>
                      <a:pt x="9479" y="30"/>
                    </a:lnTo>
                    <a:lnTo>
                      <a:pt x="9611" y="1468"/>
                    </a:lnTo>
                    <a:close/>
                    <a:moveTo>
                      <a:pt x="11154" y="19078"/>
                    </a:moveTo>
                    <a:lnTo>
                      <a:pt x="11286" y="20517"/>
                    </a:lnTo>
                    <a:lnTo>
                      <a:pt x="11090" y="20534"/>
                    </a:lnTo>
                    <a:lnTo>
                      <a:pt x="10964" y="19095"/>
                    </a:lnTo>
                    <a:close/>
                    <a:moveTo>
                      <a:pt x="8650" y="1601"/>
                    </a:moveTo>
                    <a:lnTo>
                      <a:pt x="8403" y="174"/>
                    </a:lnTo>
                    <a:lnTo>
                      <a:pt x="8593" y="139"/>
                    </a:lnTo>
                    <a:lnTo>
                      <a:pt x="8846" y="1566"/>
                    </a:lnTo>
                    <a:close/>
                    <a:moveTo>
                      <a:pt x="11919" y="18975"/>
                    </a:moveTo>
                    <a:lnTo>
                      <a:pt x="12172" y="20396"/>
                    </a:lnTo>
                    <a:lnTo>
                      <a:pt x="11976" y="20431"/>
                    </a:lnTo>
                    <a:lnTo>
                      <a:pt x="11723" y="19009"/>
                    </a:lnTo>
                    <a:close/>
                    <a:moveTo>
                      <a:pt x="7902" y="1773"/>
                    </a:moveTo>
                    <a:lnTo>
                      <a:pt x="7528" y="375"/>
                    </a:lnTo>
                    <a:lnTo>
                      <a:pt x="7718" y="329"/>
                    </a:lnTo>
                    <a:lnTo>
                      <a:pt x="8092" y="1722"/>
                    </a:lnTo>
                    <a:close/>
                    <a:moveTo>
                      <a:pt x="12667" y="18802"/>
                    </a:moveTo>
                    <a:lnTo>
                      <a:pt x="13041" y="20195"/>
                    </a:lnTo>
                    <a:lnTo>
                      <a:pt x="12851" y="20246"/>
                    </a:lnTo>
                    <a:lnTo>
                      <a:pt x="12477" y="18848"/>
                    </a:lnTo>
                    <a:close/>
                    <a:moveTo>
                      <a:pt x="7171" y="2009"/>
                    </a:moveTo>
                    <a:lnTo>
                      <a:pt x="6676" y="651"/>
                    </a:lnTo>
                    <a:lnTo>
                      <a:pt x="6860" y="588"/>
                    </a:lnTo>
                    <a:lnTo>
                      <a:pt x="7355" y="1946"/>
                    </a:lnTo>
                    <a:close/>
                    <a:moveTo>
                      <a:pt x="13398" y="18555"/>
                    </a:moveTo>
                    <a:lnTo>
                      <a:pt x="13899" y="19913"/>
                    </a:lnTo>
                    <a:lnTo>
                      <a:pt x="13709" y="19982"/>
                    </a:lnTo>
                    <a:lnTo>
                      <a:pt x="13214" y="18618"/>
                    </a:lnTo>
                    <a:close/>
                    <a:moveTo>
                      <a:pt x="6458" y="2314"/>
                    </a:moveTo>
                    <a:lnTo>
                      <a:pt x="5848" y="1002"/>
                    </a:lnTo>
                    <a:lnTo>
                      <a:pt x="6026" y="916"/>
                    </a:lnTo>
                    <a:lnTo>
                      <a:pt x="6636" y="2228"/>
                    </a:lnTo>
                    <a:close/>
                    <a:moveTo>
                      <a:pt x="14112" y="18255"/>
                    </a:moveTo>
                    <a:lnTo>
                      <a:pt x="14722" y="19562"/>
                    </a:lnTo>
                    <a:lnTo>
                      <a:pt x="14543" y="19648"/>
                    </a:lnTo>
                    <a:lnTo>
                      <a:pt x="13933" y="18342"/>
                    </a:lnTo>
                    <a:close/>
                    <a:moveTo>
                      <a:pt x="5784" y="2677"/>
                    </a:moveTo>
                    <a:lnTo>
                      <a:pt x="5065" y="1428"/>
                    </a:lnTo>
                    <a:lnTo>
                      <a:pt x="5238" y="1325"/>
                    </a:lnTo>
                    <a:lnTo>
                      <a:pt x="5957" y="2579"/>
                    </a:lnTo>
                    <a:close/>
                    <a:moveTo>
                      <a:pt x="14791" y="17893"/>
                    </a:moveTo>
                    <a:lnTo>
                      <a:pt x="15510" y="19147"/>
                    </a:lnTo>
                    <a:lnTo>
                      <a:pt x="15332" y="19245"/>
                    </a:lnTo>
                    <a:lnTo>
                      <a:pt x="14612" y="17996"/>
                    </a:lnTo>
                    <a:close/>
                    <a:moveTo>
                      <a:pt x="5134" y="3103"/>
                    </a:moveTo>
                    <a:lnTo>
                      <a:pt x="4305" y="1923"/>
                    </a:lnTo>
                    <a:lnTo>
                      <a:pt x="4466" y="1808"/>
                    </a:lnTo>
                    <a:lnTo>
                      <a:pt x="5295" y="2988"/>
                    </a:lnTo>
                    <a:close/>
                    <a:moveTo>
                      <a:pt x="15435" y="17467"/>
                    </a:moveTo>
                    <a:lnTo>
                      <a:pt x="16264" y="18647"/>
                    </a:lnTo>
                    <a:lnTo>
                      <a:pt x="16103" y="18762"/>
                    </a:lnTo>
                    <a:lnTo>
                      <a:pt x="15280" y="17582"/>
                    </a:lnTo>
                    <a:close/>
                    <a:moveTo>
                      <a:pt x="4530" y="3580"/>
                    </a:moveTo>
                    <a:lnTo>
                      <a:pt x="3603" y="2470"/>
                    </a:lnTo>
                    <a:lnTo>
                      <a:pt x="3753" y="2343"/>
                    </a:lnTo>
                    <a:lnTo>
                      <a:pt x="4679" y="3448"/>
                    </a:lnTo>
                    <a:close/>
                    <a:moveTo>
                      <a:pt x="16039" y="16995"/>
                    </a:moveTo>
                    <a:lnTo>
                      <a:pt x="16966" y="18100"/>
                    </a:lnTo>
                    <a:lnTo>
                      <a:pt x="16816" y="18232"/>
                    </a:lnTo>
                    <a:lnTo>
                      <a:pt x="15890" y="17122"/>
                    </a:lnTo>
                    <a:close/>
                    <a:moveTo>
                      <a:pt x="3960" y="4104"/>
                    </a:moveTo>
                    <a:lnTo>
                      <a:pt x="2941" y="3080"/>
                    </a:lnTo>
                    <a:lnTo>
                      <a:pt x="3080" y="2947"/>
                    </a:lnTo>
                    <a:lnTo>
                      <a:pt x="4098" y="3966"/>
                    </a:lnTo>
                    <a:close/>
                    <a:moveTo>
                      <a:pt x="16609" y="16460"/>
                    </a:moveTo>
                    <a:lnTo>
                      <a:pt x="17628" y="17484"/>
                    </a:lnTo>
                    <a:lnTo>
                      <a:pt x="17495" y="17622"/>
                    </a:lnTo>
                    <a:lnTo>
                      <a:pt x="16471" y="16598"/>
                    </a:lnTo>
                    <a:close/>
                    <a:moveTo>
                      <a:pt x="3454" y="4680"/>
                    </a:moveTo>
                    <a:lnTo>
                      <a:pt x="2343" y="3753"/>
                    </a:lnTo>
                    <a:lnTo>
                      <a:pt x="2475" y="3598"/>
                    </a:lnTo>
                    <a:lnTo>
                      <a:pt x="3580" y="4530"/>
                    </a:lnTo>
                    <a:close/>
                    <a:moveTo>
                      <a:pt x="17121" y="15896"/>
                    </a:moveTo>
                    <a:lnTo>
                      <a:pt x="18226" y="16822"/>
                    </a:lnTo>
                    <a:lnTo>
                      <a:pt x="18100" y="16972"/>
                    </a:lnTo>
                    <a:lnTo>
                      <a:pt x="16989" y="16045"/>
                    </a:lnTo>
                    <a:close/>
                    <a:moveTo>
                      <a:pt x="2993" y="5295"/>
                    </a:moveTo>
                    <a:lnTo>
                      <a:pt x="1808" y="4472"/>
                    </a:lnTo>
                    <a:lnTo>
                      <a:pt x="1923" y="4311"/>
                    </a:lnTo>
                    <a:lnTo>
                      <a:pt x="3103" y="5140"/>
                    </a:lnTo>
                    <a:close/>
                    <a:moveTo>
                      <a:pt x="17582" y="15274"/>
                    </a:moveTo>
                    <a:lnTo>
                      <a:pt x="18761" y="16103"/>
                    </a:lnTo>
                    <a:lnTo>
                      <a:pt x="18646" y="16258"/>
                    </a:lnTo>
                    <a:lnTo>
                      <a:pt x="17467" y="15435"/>
                    </a:lnTo>
                    <a:close/>
                    <a:moveTo>
                      <a:pt x="2579" y="5951"/>
                    </a:moveTo>
                    <a:lnTo>
                      <a:pt x="1330" y="5232"/>
                    </a:lnTo>
                    <a:lnTo>
                      <a:pt x="1428" y="5059"/>
                    </a:lnTo>
                    <a:lnTo>
                      <a:pt x="2682" y="5779"/>
                    </a:lnTo>
                    <a:close/>
                    <a:moveTo>
                      <a:pt x="17990" y="14618"/>
                    </a:moveTo>
                    <a:lnTo>
                      <a:pt x="19239" y="15338"/>
                    </a:lnTo>
                    <a:lnTo>
                      <a:pt x="19141" y="15510"/>
                    </a:lnTo>
                    <a:lnTo>
                      <a:pt x="17887" y="14791"/>
                    </a:lnTo>
                    <a:close/>
                    <a:moveTo>
                      <a:pt x="2234" y="6636"/>
                    </a:moveTo>
                    <a:lnTo>
                      <a:pt x="927" y="6026"/>
                    </a:lnTo>
                    <a:lnTo>
                      <a:pt x="1014" y="5842"/>
                    </a:lnTo>
                    <a:lnTo>
                      <a:pt x="2320" y="6458"/>
                    </a:lnTo>
                    <a:close/>
                    <a:moveTo>
                      <a:pt x="18336" y="13928"/>
                    </a:moveTo>
                    <a:lnTo>
                      <a:pt x="19642" y="14543"/>
                    </a:lnTo>
                    <a:lnTo>
                      <a:pt x="19556" y="14722"/>
                    </a:lnTo>
                    <a:lnTo>
                      <a:pt x="18249" y="14112"/>
                    </a:lnTo>
                    <a:close/>
                    <a:moveTo>
                      <a:pt x="1946" y="7356"/>
                    </a:moveTo>
                    <a:lnTo>
                      <a:pt x="588" y="6861"/>
                    </a:lnTo>
                    <a:lnTo>
                      <a:pt x="651" y="6671"/>
                    </a:lnTo>
                    <a:lnTo>
                      <a:pt x="2015" y="7166"/>
                    </a:lnTo>
                    <a:close/>
                    <a:moveTo>
                      <a:pt x="18623" y="13220"/>
                    </a:moveTo>
                    <a:lnTo>
                      <a:pt x="19981" y="13715"/>
                    </a:lnTo>
                    <a:lnTo>
                      <a:pt x="19918" y="13899"/>
                    </a:lnTo>
                    <a:lnTo>
                      <a:pt x="18560" y="13404"/>
                    </a:lnTo>
                    <a:close/>
                    <a:moveTo>
                      <a:pt x="1727" y="8086"/>
                    </a:moveTo>
                    <a:lnTo>
                      <a:pt x="329" y="7712"/>
                    </a:lnTo>
                    <a:lnTo>
                      <a:pt x="381" y="7528"/>
                    </a:lnTo>
                    <a:lnTo>
                      <a:pt x="1773" y="7902"/>
                    </a:lnTo>
                    <a:close/>
                    <a:moveTo>
                      <a:pt x="18848" y="12477"/>
                    </a:moveTo>
                    <a:lnTo>
                      <a:pt x="20240" y="12851"/>
                    </a:lnTo>
                    <a:lnTo>
                      <a:pt x="20189" y="13036"/>
                    </a:lnTo>
                    <a:lnTo>
                      <a:pt x="18796" y="12662"/>
                    </a:lnTo>
                    <a:close/>
                    <a:moveTo>
                      <a:pt x="1566" y="8846"/>
                    </a:moveTo>
                    <a:lnTo>
                      <a:pt x="145" y="8599"/>
                    </a:lnTo>
                    <a:lnTo>
                      <a:pt x="179" y="8403"/>
                    </a:lnTo>
                    <a:lnTo>
                      <a:pt x="1601" y="8656"/>
                    </a:lnTo>
                    <a:close/>
                    <a:moveTo>
                      <a:pt x="19003" y="11724"/>
                    </a:moveTo>
                    <a:lnTo>
                      <a:pt x="20430" y="11971"/>
                    </a:lnTo>
                    <a:lnTo>
                      <a:pt x="20390" y="12167"/>
                    </a:lnTo>
                    <a:lnTo>
                      <a:pt x="18969" y="11913"/>
                    </a:lnTo>
                    <a:close/>
                    <a:moveTo>
                      <a:pt x="1474" y="9612"/>
                    </a:moveTo>
                    <a:lnTo>
                      <a:pt x="35" y="9485"/>
                    </a:lnTo>
                    <a:lnTo>
                      <a:pt x="47" y="9289"/>
                    </a:lnTo>
                    <a:lnTo>
                      <a:pt x="1485" y="9422"/>
                    </a:lnTo>
                    <a:close/>
                    <a:moveTo>
                      <a:pt x="19095" y="10958"/>
                    </a:moveTo>
                    <a:lnTo>
                      <a:pt x="20534" y="11085"/>
                    </a:lnTo>
                    <a:lnTo>
                      <a:pt x="20522" y="11280"/>
                    </a:lnTo>
                    <a:lnTo>
                      <a:pt x="19084" y="11154"/>
                    </a:lnTo>
                    <a:close/>
                    <a:moveTo>
                      <a:pt x="1445" y="10383"/>
                    </a:moveTo>
                    <a:lnTo>
                      <a:pt x="1" y="10383"/>
                    </a:lnTo>
                    <a:lnTo>
                      <a:pt x="1" y="10187"/>
                    </a:lnTo>
                    <a:lnTo>
                      <a:pt x="1445" y="10187"/>
                    </a:lnTo>
                    <a:close/>
                    <a:moveTo>
                      <a:pt x="20574" y="10187"/>
                    </a:moveTo>
                    <a:lnTo>
                      <a:pt x="20574" y="10383"/>
                    </a:lnTo>
                    <a:lnTo>
                      <a:pt x="19124" y="10383"/>
                    </a:lnTo>
                    <a:lnTo>
                      <a:pt x="19124" y="10187"/>
                    </a:lnTo>
                    <a:close/>
                    <a:moveTo>
                      <a:pt x="1485" y="11154"/>
                    </a:moveTo>
                    <a:lnTo>
                      <a:pt x="47" y="11280"/>
                    </a:lnTo>
                    <a:lnTo>
                      <a:pt x="35" y="11085"/>
                    </a:lnTo>
                    <a:lnTo>
                      <a:pt x="1474" y="10958"/>
                    </a:lnTo>
                    <a:close/>
                    <a:moveTo>
                      <a:pt x="19084" y="9422"/>
                    </a:moveTo>
                    <a:lnTo>
                      <a:pt x="20522" y="9289"/>
                    </a:lnTo>
                    <a:lnTo>
                      <a:pt x="20534" y="9485"/>
                    </a:lnTo>
                    <a:lnTo>
                      <a:pt x="19095" y="9612"/>
                    </a:lnTo>
                    <a:close/>
                    <a:moveTo>
                      <a:pt x="1595" y="11913"/>
                    </a:moveTo>
                    <a:lnTo>
                      <a:pt x="173" y="12167"/>
                    </a:lnTo>
                    <a:lnTo>
                      <a:pt x="133" y="11971"/>
                    </a:lnTo>
                    <a:lnTo>
                      <a:pt x="1560" y="11724"/>
                    </a:lnTo>
                    <a:close/>
                    <a:moveTo>
                      <a:pt x="18974" y="8650"/>
                    </a:moveTo>
                    <a:lnTo>
                      <a:pt x="20402" y="8397"/>
                    </a:lnTo>
                    <a:lnTo>
                      <a:pt x="20436" y="8593"/>
                    </a:lnTo>
                    <a:lnTo>
                      <a:pt x="19009" y="8846"/>
                    </a:lnTo>
                    <a:close/>
                    <a:moveTo>
                      <a:pt x="1773" y="12673"/>
                    </a:moveTo>
                    <a:lnTo>
                      <a:pt x="381" y="13047"/>
                    </a:lnTo>
                    <a:lnTo>
                      <a:pt x="329" y="12857"/>
                    </a:lnTo>
                    <a:lnTo>
                      <a:pt x="1727" y="12483"/>
                    </a:lnTo>
                    <a:close/>
                    <a:moveTo>
                      <a:pt x="18796" y="7902"/>
                    </a:moveTo>
                    <a:lnTo>
                      <a:pt x="20189" y="7528"/>
                    </a:lnTo>
                    <a:lnTo>
                      <a:pt x="20240" y="7712"/>
                    </a:lnTo>
                    <a:lnTo>
                      <a:pt x="18848" y="8086"/>
                    </a:lnTo>
                    <a:close/>
                    <a:moveTo>
                      <a:pt x="2015" y="13398"/>
                    </a:moveTo>
                    <a:lnTo>
                      <a:pt x="651" y="13893"/>
                    </a:lnTo>
                    <a:lnTo>
                      <a:pt x="588" y="13709"/>
                    </a:lnTo>
                    <a:lnTo>
                      <a:pt x="1946" y="13208"/>
                    </a:lnTo>
                    <a:close/>
                    <a:moveTo>
                      <a:pt x="18560" y="7166"/>
                    </a:moveTo>
                    <a:lnTo>
                      <a:pt x="19918" y="6671"/>
                    </a:lnTo>
                    <a:lnTo>
                      <a:pt x="19981" y="6861"/>
                    </a:lnTo>
                    <a:lnTo>
                      <a:pt x="18623" y="7356"/>
                    </a:lnTo>
                    <a:close/>
                    <a:moveTo>
                      <a:pt x="2314" y="14112"/>
                    </a:moveTo>
                    <a:lnTo>
                      <a:pt x="1008" y="14722"/>
                    </a:lnTo>
                    <a:lnTo>
                      <a:pt x="921" y="14543"/>
                    </a:lnTo>
                    <a:lnTo>
                      <a:pt x="2228" y="13928"/>
                    </a:lnTo>
                    <a:close/>
                    <a:moveTo>
                      <a:pt x="18255" y="6464"/>
                    </a:moveTo>
                    <a:lnTo>
                      <a:pt x="19567" y="5848"/>
                    </a:lnTo>
                    <a:lnTo>
                      <a:pt x="19653" y="6032"/>
                    </a:lnTo>
                    <a:lnTo>
                      <a:pt x="18341" y="6642"/>
                    </a:lnTo>
                    <a:close/>
                    <a:moveTo>
                      <a:pt x="2682" y="14791"/>
                    </a:moveTo>
                    <a:lnTo>
                      <a:pt x="1428" y="15510"/>
                    </a:lnTo>
                    <a:lnTo>
                      <a:pt x="1330" y="15338"/>
                    </a:lnTo>
                    <a:lnTo>
                      <a:pt x="2579" y="14618"/>
                    </a:lnTo>
                    <a:close/>
                    <a:moveTo>
                      <a:pt x="17887" y="5779"/>
                    </a:moveTo>
                    <a:lnTo>
                      <a:pt x="19141" y="5059"/>
                    </a:lnTo>
                    <a:lnTo>
                      <a:pt x="19239" y="5232"/>
                    </a:lnTo>
                    <a:lnTo>
                      <a:pt x="17990" y="5951"/>
                    </a:lnTo>
                    <a:close/>
                    <a:moveTo>
                      <a:pt x="3097" y="15435"/>
                    </a:moveTo>
                    <a:lnTo>
                      <a:pt x="1917" y="16258"/>
                    </a:lnTo>
                    <a:lnTo>
                      <a:pt x="1802" y="16103"/>
                    </a:lnTo>
                    <a:lnTo>
                      <a:pt x="2982" y="15274"/>
                    </a:lnTo>
                    <a:close/>
                    <a:moveTo>
                      <a:pt x="17472" y="5134"/>
                    </a:moveTo>
                    <a:lnTo>
                      <a:pt x="18652" y="4306"/>
                    </a:lnTo>
                    <a:lnTo>
                      <a:pt x="18767" y="4461"/>
                    </a:lnTo>
                    <a:lnTo>
                      <a:pt x="17587" y="5290"/>
                    </a:lnTo>
                    <a:close/>
                    <a:moveTo>
                      <a:pt x="3580" y="16045"/>
                    </a:moveTo>
                    <a:lnTo>
                      <a:pt x="2475" y="16972"/>
                    </a:lnTo>
                    <a:lnTo>
                      <a:pt x="2343" y="16822"/>
                    </a:lnTo>
                    <a:lnTo>
                      <a:pt x="3454" y="15896"/>
                    </a:lnTo>
                    <a:close/>
                    <a:moveTo>
                      <a:pt x="16989" y="4530"/>
                    </a:moveTo>
                    <a:lnTo>
                      <a:pt x="18100" y="3598"/>
                    </a:lnTo>
                    <a:lnTo>
                      <a:pt x="18226" y="3753"/>
                    </a:lnTo>
                    <a:lnTo>
                      <a:pt x="17121" y="4680"/>
                    </a:lnTo>
                    <a:close/>
                    <a:moveTo>
                      <a:pt x="4104" y="16604"/>
                    </a:moveTo>
                    <a:lnTo>
                      <a:pt x="3085" y="17628"/>
                    </a:lnTo>
                    <a:lnTo>
                      <a:pt x="2947" y="17490"/>
                    </a:lnTo>
                    <a:lnTo>
                      <a:pt x="3966" y="16471"/>
                    </a:lnTo>
                    <a:close/>
                    <a:moveTo>
                      <a:pt x="16465" y="3966"/>
                    </a:moveTo>
                    <a:lnTo>
                      <a:pt x="17484" y="2947"/>
                    </a:lnTo>
                    <a:lnTo>
                      <a:pt x="17622" y="3080"/>
                    </a:lnTo>
                    <a:lnTo>
                      <a:pt x="16603" y="4104"/>
                    </a:lnTo>
                    <a:close/>
                    <a:moveTo>
                      <a:pt x="4679" y="17116"/>
                    </a:moveTo>
                    <a:lnTo>
                      <a:pt x="3753" y="18226"/>
                    </a:lnTo>
                    <a:lnTo>
                      <a:pt x="3603" y="18094"/>
                    </a:lnTo>
                    <a:lnTo>
                      <a:pt x="4530" y="16989"/>
                    </a:lnTo>
                    <a:close/>
                    <a:moveTo>
                      <a:pt x="15890" y="3448"/>
                    </a:moveTo>
                    <a:lnTo>
                      <a:pt x="16816" y="2343"/>
                    </a:lnTo>
                    <a:lnTo>
                      <a:pt x="16966" y="2470"/>
                    </a:lnTo>
                    <a:lnTo>
                      <a:pt x="16039" y="3580"/>
                    </a:lnTo>
                    <a:close/>
                    <a:moveTo>
                      <a:pt x="5295" y="17582"/>
                    </a:moveTo>
                    <a:lnTo>
                      <a:pt x="4466" y="18762"/>
                    </a:lnTo>
                    <a:lnTo>
                      <a:pt x="4305" y="18647"/>
                    </a:lnTo>
                    <a:lnTo>
                      <a:pt x="5134" y="17467"/>
                    </a:lnTo>
                    <a:close/>
                    <a:moveTo>
                      <a:pt x="15280" y="2988"/>
                    </a:moveTo>
                    <a:lnTo>
                      <a:pt x="16103" y="1808"/>
                    </a:lnTo>
                    <a:lnTo>
                      <a:pt x="16264" y="1923"/>
                    </a:lnTo>
                    <a:lnTo>
                      <a:pt x="15435" y="3103"/>
                    </a:lnTo>
                    <a:close/>
                    <a:moveTo>
                      <a:pt x="5945" y="17985"/>
                    </a:moveTo>
                    <a:lnTo>
                      <a:pt x="5226" y="19239"/>
                    </a:lnTo>
                    <a:lnTo>
                      <a:pt x="5053" y="19136"/>
                    </a:lnTo>
                    <a:lnTo>
                      <a:pt x="5773" y="17887"/>
                    </a:lnTo>
                    <a:close/>
                    <a:moveTo>
                      <a:pt x="14624" y="2579"/>
                    </a:moveTo>
                    <a:lnTo>
                      <a:pt x="15343" y="1325"/>
                    </a:lnTo>
                    <a:lnTo>
                      <a:pt x="15516" y="1428"/>
                    </a:lnTo>
                    <a:lnTo>
                      <a:pt x="14796" y="2677"/>
                    </a:lnTo>
                    <a:close/>
                    <a:moveTo>
                      <a:pt x="6458" y="18255"/>
                    </a:moveTo>
                    <a:lnTo>
                      <a:pt x="6636" y="18342"/>
                    </a:lnTo>
                    <a:lnTo>
                      <a:pt x="6026" y="19648"/>
                    </a:lnTo>
                    <a:lnTo>
                      <a:pt x="5848" y="19562"/>
                    </a:lnTo>
                    <a:close/>
                    <a:moveTo>
                      <a:pt x="14112" y="2314"/>
                    </a:moveTo>
                    <a:lnTo>
                      <a:pt x="13933" y="2228"/>
                    </a:lnTo>
                    <a:lnTo>
                      <a:pt x="14543" y="916"/>
                    </a:lnTo>
                    <a:lnTo>
                      <a:pt x="14722" y="1002"/>
                    </a:lnTo>
                    <a:close/>
                    <a:moveTo>
                      <a:pt x="7171" y="18555"/>
                    </a:moveTo>
                    <a:lnTo>
                      <a:pt x="7355" y="18618"/>
                    </a:lnTo>
                    <a:lnTo>
                      <a:pt x="6860" y="19982"/>
                    </a:lnTo>
                    <a:lnTo>
                      <a:pt x="6676" y="19913"/>
                    </a:lnTo>
                    <a:close/>
                    <a:moveTo>
                      <a:pt x="13398" y="2009"/>
                    </a:moveTo>
                    <a:lnTo>
                      <a:pt x="13214" y="1946"/>
                    </a:lnTo>
                    <a:lnTo>
                      <a:pt x="13709" y="588"/>
                    </a:lnTo>
                    <a:lnTo>
                      <a:pt x="13899" y="651"/>
                    </a:lnTo>
                    <a:close/>
                    <a:moveTo>
                      <a:pt x="7902" y="18802"/>
                    </a:moveTo>
                    <a:lnTo>
                      <a:pt x="8092" y="18848"/>
                    </a:lnTo>
                    <a:lnTo>
                      <a:pt x="7718" y="20246"/>
                    </a:lnTo>
                    <a:lnTo>
                      <a:pt x="7528" y="20195"/>
                    </a:lnTo>
                    <a:close/>
                    <a:moveTo>
                      <a:pt x="12667" y="1773"/>
                    </a:moveTo>
                    <a:lnTo>
                      <a:pt x="12477" y="1722"/>
                    </a:lnTo>
                    <a:lnTo>
                      <a:pt x="12851" y="329"/>
                    </a:lnTo>
                    <a:lnTo>
                      <a:pt x="13041" y="375"/>
                    </a:lnTo>
                    <a:close/>
                    <a:moveTo>
                      <a:pt x="8650" y="18975"/>
                    </a:moveTo>
                    <a:lnTo>
                      <a:pt x="8846" y="19009"/>
                    </a:lnTo>
                    <a:lnTo>
                      <a:pt x="8593" y="20431"/>
                    </a:lnTo>
                    <a:lnTo>
                      <a:pt x="8403" y="20396"/>
                    </a:lnTo>
                    <a:close/>
                    <a:moveTo>
                      <a:pt x="11919" y="1601"/>
                    </a:moveTo>
                    <a:lnTo>
                      <a:pt x="11723" y="1566"/>
                    </a:lnTo>
                    <a:lnTo>
                      <a:pt x="11976" y="139"/>
                    </a:lnTo>
                    <a:lnTo>
                      <a:pt x="12172" y="174"/>
                    </a:lnTo>
                    <a:close/>
                    <a:moveTo>
                      <a:pt x="9416" y="19078"/>
                    </a:moveTo>
                    <a:lnTo>
                      <a:pt x="9611" y="19095"/>
                    </a:lnTo>
                    <a:lnTo>
                      <a:pt x="9479" y="20534"/>
                    </a:lnTo>
                    <a:lnTo>
                      <a:pt x="9283" y="20517"/>
                    </a:lnTo>
                    <a:close/>
                    <a:moveTo>
                      <a:pt x="11154" y="1486"/>
                    </a:moveTo>
                    <a:lnTo>
                      <a:pt x="10964" y="1468"/>
                    </a:lnTo>
                    <a:lnTo>
                      <a:pt x="11090" y="30"/>
                    </a:lnTo>
                    <a:lnTo>
                      <a:pt x="11286" y="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80" name="Google Shape;1680;p107"/>
          <p:cNvSpPr txBox="1"/>
          <p:nvPr>
            <p:ph type="title"/>
          </p:nvPr>
        </p:nvSpPr>
        <p:spPr>
          <a:xfrm>
            <a:off x="720000" y="639375"/>
            <a:ext cx="7704000" cy="572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Preliminary Comparison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681" name="Google Shape;1681;p107"/>
          <p:cNvSpPr txBox="1"/>
          <p:nvPr/>
        </p:nvSpPr>
        <p:spPr>
          <a:xfrm>
            <a:off x="6110125" y="1527650"/>
            <a:ext cx="2719500" cy="28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2. Response Quality:</a:t>
            </a:r>
            <a:endParaRPr b="1" sz="17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Both methods provide high-quality responses overall. While the speed differs, the content of the responses was satisfactory in the test.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108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Future Plans</a:t>
            </a:r>
            <a:endParaRPr sz="4600"/>
          </a:p>
        </p:txBody>
      </p:sp>
      <p:sp>
        <p:nvSpPr>
          <p:cNvPr id="1687" name="Google Shape;1687;p108"/>
          <p:cNvSpPr txBox="1"/>
          <p:nvPr>
            <p:ph idx="1" type="subTitle"/>
          </p:nvPr>
        </p:nvSpPr>
        <p:spPr>
          <a:xfrm>
            <a:off x="720000" y="3311500"/>
            <a:ext cx="40449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Next Semester Goals, Long-Term Vision</a:t>
            </a:r>
            <a:endParaRPr sz="1700"/>
          </a:p>
        </p:txBody>
      </p:sp>
      <p:sp>
        <p:nvSpPr>
          <p:cNvPr id="1688" name="Google Shape;1688;p108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1689" name="Google Shape;1689;p108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1690" name="Google Shape;1690;p108"/>
            <p:cNvSpPr/>
            <p:nvPr/>
          </p:nvSpPr>
          <p:spPr>
            <a:xfrm>
              <a:off x="8185993" y="219687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108"/>
            <p:cNvSpPr/>
            <p:nvPr/>
          </p:nvSpPr>
          <p:spPr>
            <a:xfrm>
              <a:off x="5504532" y="4432120"/>
              <a:ext cx="3102092" cy="126184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92" name="Google Shape;1692;p108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1693" name="Google Shape;1693;p108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rect b="b" l="l" r="r" t="t"/>
                <a:pathLst>
                  <a:path extrusionOk="0" h="5428" w="18123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108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rect b="b" l="l" r="r" t="t"/>
                <a:pathLst>
                  <a:path extrusionOk="0" h="29368" w="39237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108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rect b="b" l="l" r="r" t="t"/>
                <a:pathLst>
                  <a:path extrusionOk="0" h="26433" w="39237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108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rect b="b" l="l" r="r" t="t"/>
                <a:pathLst>
                  <a:path extrusionOk="0" h="23193" w="36291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108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rect b="b" l="l" r="r" t="t"/>
                <a:pathLst>
                  <a:path extrusionOk="0" h="22962" w="36061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8" name="Google Shape;1698;p108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1699" name="Google Shape;1699;p108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1700" name="Google Shape;1700;p108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rect b="b" l="l" r="r" t="t"/>
                  <a:pathLst>
                    <a:path extrusionOk="0" h="14745" w="15055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1905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1" name="Google Shape;1701;p108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rect b="b" l="l" r="r" t="t"/>
                  <a:pathLst>
                    <a:path extrusionOk="0" h="12402" w="12627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02" name="Google Shape;1702;p108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rect b="b" l="l" r="r" t="t"/>
                <a:pathLst>
                  <a:path extrusionOk="0" h="5082" w="6303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3" name="Google Shape;1703;p108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1704" name="Google Shape;1704;p108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rect b="b" l="l" r="r" t="t"/>
                <a:pathLst>
                  <a:path extrusionOk="0" h="14704" w="15016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108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rect b="b" l="l" r="r" t="t"/>
                <a:pathLst>
                  <a:path extrusionOk="0" h="12368" w="12587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108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rect b="b" l="l" r="r" t="t"/>
                <a:pathLst>
                  <a:path extrusionOk="0" h="5060" w="6273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7" name="Google Shape;1707;p108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1708" name="Google Shape;1708;p108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rect b="b" l="l" r="r" t="t"/>
                <a:pathLst>
                  <a:path extrusionOk="0" h="13813" w="13812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108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rect b="b" l="l" r="r" t="t"/>
                <a:pathLst>
                  <a:path extrusionOk="0" h="16661" w="16662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108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rect b="b" l="l" r="r" t="t"/>
                <a:pathLst>
                  <a:path extrusionOk="0" h="9566" w="8777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11" name="Google Shape;1711;p108"/>
            <p:cNvSpPr/>
            <p:nvPr/>
          </p:nvSpPr>
          <p:spPr>
            <a:xfrm>
              <a:off x="8399355" y="3558815"/>
              <a:ext cx="337021" cy="271928"/>
            </a:xfrm>
            <a:custGeom>
              <a:rect b="b" l="l" r="r" t="t"/>
              <a:pathLst>
                <a:path extrusionOk="0" fill="none" h="4282" w="5307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108"/>
            <p:cNvSpPr/>
            <p:nvPr/>
          </p:nvSpPr>
          <p:spPr>
            <a:xfrm>
              <a:off x="6054669" y="4040401"/>
              <a:ext cx="411957" cy="412274"/>
            </a:xfrm>
            <a:custGeom>
              <a:rect b="b" l="l" r="r" t="t"/>
              <a:pathLst>
                <a:path extrusionOk="0" fill="none" h="6492" w="6487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108"/>
            <p:cNvSpPr/>
            <p:nvPr/>
          </p:nvSpPr>
          <p:spPr>
            <a:xfrm>
              <a:off x="6379556" y="178092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14" name="Google Shape;1714;p108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1715" name="Google Shape;1715;p108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rect b="b" l="l" r="r" t="t"/>
                <a:pathLst>
                  <a:path extrusionOk="0" h="13767" w="13767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108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rect b="b" l="l" r="r" t="t"/>
                <a:pathLst>
                  <a:path extrusionOk="0" h="16604" w="16615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108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rect b="b" l="l" r="r" t="t"/>
                <a:pathLst>
                  <a:path extrusionOk="0" fill="none" h="6487" w="6492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28575">
                <a:solidFill>
                  <a:schemeClr val="accent4"/>
                </a:solidFill>
                <a:prstDash val="solid"/>
                <a:miter lim="57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8" name="Google Shape;1718;p108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1719" name="Google Shape;1719;p108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108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108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1722" name="Google Shape;1722;p108"/>
          <p:cNvCxnSpPr>
            <a:stCxn id="1687" idx="3"/>
          </p:cNvCxnSpPr>
          <p:nvPr/>
        </p:nvCxnSpPr>
        <p:spPr>
          <a:xfrm flipH="1" rot="10800000">
            <a:off x="4764900" y="1187350"/>
            <a:ext cx="240900" cy="2436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23" name="Google Shape;1723;p108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109"/>
          <p:cNvSpPr/>
          <p:nvPr/>
        </p:nvSpPr>
        <p:spPr>
          <a:xfrm>
            <a:off x="733750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9" name="Google Shape;1729;p109"/>
          <p:cNvSpPr/>
          <p:nvPr/>
        </p:nvSpPr>
        <p:spPr>
          <a:xfrm>
            <a:off x="4213788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0" name="Google Shape;1730;p10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Semester Goals</a:t>
            </a:r>
            <a:endParaRPr/>
          </a:p>
        </p:txBody>
      </p:sp>
      <p:sp>
        <p:nvSpPr>
          <p:cNvPr id="1731" name="Google Shape;1731;p109"/>
          <p:cNvSpPr txBox="1"/>
          <p:nvPr>
            <p:ph idx="4" type="subTitle"/>
          </p:nvPr>
        </p:nvSpPr>
        <p:spPr>
          <a:xfrm>
            <a:off x="869675" y="2740650"/>
            <a:ext cx="2175300" cy="17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Add timing code to the code to get an accurate response time</a:t>
            </a:r>
            <a:endParaRPr b="0" sz="1800"/>
          </a:p>
        </p:txBody>
      </p:sp>
      <p:sp>
        <p:nvSpPr>
          <p:cNvPr id="1732" name="Google Shape;1732;p109"/>
          <p:cNvSpPr txBox="1"/>
          <p:nvPr>
            <p:ph idx="5" type="subTitle"/>
          </p:nvPr>
        </p:nvSpPr>
        <p:spPr>
          <a:xfrm>
            <a:off x="3953163" y="2740650"/>
            <a:ext cx="2661300" cy="17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Compare the working performance of the two methods</a:t>
            </a:r>
            <a:endParaRPr b="0" sz="1800"/>
          </a:p>
        </p:txBody>
      </p:sp>
      <p:sp>
        <p:nvSpPr>
          <p:cNvPr id="1733" name="Google Shape;1733;p109"/>
          <p:cNvSpPr txBox="1"/>
          <p:nvPr>
            <p:ph idx="6" type="subTitle"/>
          </p:nvPr>
        </p:nvSpPr>
        <p:spPr>
          <a:xfrm>
            <a:off x="6968700" y="2883750"/>
            <a:ext cx="2175300" cy="16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Optimizing the metahuman model</a:t>
            </a:r>
            <a:endParaRPr b="0" sz="1800"/>
          </a:p>
        </p:txBody>
      </p:sp>
      <p:grpSp>
        <p:nvGrpSpPr>
          <p:cNvPr id="1734" name="Google Shape;1734;p109"/>
          <p:cNvGrpSpPr/>
          <p:nvPr/>
        </p:nvGrpSpPr>
        <p:grpSpPr>
          <a:xfrm>
            <a:off x="7445525" y="1792504"/>
            <a:ext cx="500353" cy="500435"/>
            <a:chOff x="2291550" y="1480816"/>
            <a:chExt cx="500353" cy="500435"/>
          </a:xfrm>
        </p:grpSpPr>
        <p:sp>
          <p:nvSpPr>
            <p:cNvPr id="1735" name="Google Shape;1735;p109"/>
            <p:cNvSpPr/>
            <p:nvPr/>
          </p:nvSpPr>
          <p:spPr>
            <a:xfrm>
              <a:off x="2291550" y="1480816"/>
              <a:ext cx="352810" cy="59525"/>
            </a:xfrm>
            <a:custGeom>
              <a:rect b="b" l="l" r="r" t="t"/>
              <a:pathLst>
                <a:path extrusionOk="0" h="2181" w="12927">
                  <a:moveTo>
                    <a:pt x="1" y="0"/>
                  </a:moveTo>
                  <a:lnTo>
                    <a:pt x="1" y="2181"/>
                  </a:lnTo>
                  <a:lnTo>
                    <a:pt x="12927" y="2181"/>
                  </a:lnTo>
                  <a:lnTo>
                    <a:pt x="129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109"/>
            <p:cNvSpPr/>
            <p:nvPr/>
          </p:nvSpPr>
          <p:spPr>
            <a:xfrm>
              <a:off x="2673618" y="1480816"/>
              <a:ext cx="118286" cy="59525"/>
            </a:xfrm>
            <a:custGeom>
              <a:rect b="b" l="l" r="r" t="t"/>
              <a:pathLst>
                <a:path extrusionOk="0" h="2181" w="4334">
                  <a:moveTo>
                    <a:pt x="0" y="0"/>
                  </a:moveTo>
                  <a:lnTo>
                    <a:pt x="0" y="2181"/>
                  </a:lnTo>
                  <a:lnTo>
                    <a:pt x="4334" y="2181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109"/>
            <p:cNvSpPr/>
            <p:nvPr/>
          </p:nvSpPr>
          <p:spPr>
            <a:xfrm>
              <a:off x="2291550" y="1569790"/>
              <a:ext cx="500353" cy="411462"/>
            </a:xfrm>
            <a:custGeom>
              <a:rect b="b" l="l" r="r" t="t"/>
              <a:pathLst>
                <a:path extrusionOk="0" h="15076" w="18333">
                  <a:moveTo>
                    <a:pt x="3261" y="2686"/>
                  </a:moveTo>
                  <a:lnTo>
                    <a:pt x="3261" y="3762"/>
                  </a:lnTo>
                  <a:lnTo>
                    <a:pt x="2185" y="3762"/>
                  </a:lnTo>
                  <a:lnTo>
                    <a:pt x="2185" y="2686"/>
                  </a:lnTo>
                  <a:close/>
                  <a:moveTo>
                    <a:pt x="11854" y="2686"/>
                  </a:moveTo>
                  <a:lnTo>
                    <a:pt x="11854" y="3762"/>
                  </a:lnTo>
                  <a:lnTo>
                    <a:pt x="4331" y="3762"/>
                  </a:lnTo>
                  <a:lnTo>
                    <a:pt x="4331" y="2686"/>
                  </a:lnTo>
                  <a:close/>
                  <a:moveTo>
                    <a:pt x="16152" y="2686"/>
                  </a:moveTo>
                  <a:lnTo>
                    <a:pt x="16152" y="3762"/>
                  </a:lnTo>
                  <a:lnTo>
                    <a:pt x="12930" y="3762"/>
                  </a:lnTo>
                  <a:lnTo>
                    <a:pt x="12930" y="2686"/>
                  </a:lnTo>
                  <a:close/>
                  <a:moveTo>
                    <a:pt x="3261" y="4835"/>
                  </a:moveTo>
                  <a:lnTo>
                    <a:pt x="3261" y="5911"/>
                  </a:lnTo>
                  <a:lnTo>
                    <a:pt x="2185" y="5911"/>
                  </a:lnTo>
                  <a:lnTo>
                    <a:pt x="2185" y="4835"/>
                  </a:lnTo>
                  <a:close/>
                  <a:moveTo>
                    <a:pt x="7556" y="4835"/>
                  </a:moveTo>
                  <a:lnTo>
                    <a:pt x="7556" y="5911"/>
                  </a:lnTo>
                  <a:lnTo>
                    <a:pt x="4331" y="5911"/>
                  </a:lnTo>
                  <a:lnTo>
                    <a:pt x="4331" y="4835"/>
                  </a:lnTo>
                  <a:close/>
                  <a:moveTo>
                    <a:pt x="9705" y="4835"/>
                  </a:moveTo>
                  <a:lnTo>
                    <a:pt x="9705" y="5911"/>
                  </a:lnTo>
                  <a:lnTo>
                    <a:pt x="8629" y="5911"/>
                  </a:lnTo>
                  <a:lnTo>
                    <a:pt x="8629" y="4835"/>
                  </a:lnTo>
                  <a:close/>
                  <a:moveTo>
                    <a:pt x="16148" y="4835"/>
                  </a:moveTo>
                  <a:lnTo>
                    <a:pt x="16148" y="5911"/>
                  </a:lnTo>
                  <a:lnTo>
                    <a:pt x="10778" y="5911"/>
                  </a:lnTo>
                  <a:lnTo>
                    <a:pt x="10778" y="4835"/>
                  </a:lnTo>
                  <a:close/>
                  <a:moveTo>
                    <a:pt x="3261" y="6980"/>
                  </a:moveTo>
                  <a:lnTo>
                    <a:pt x="3261" y="8057"/>
                  </a:lnTo>
                  <a:lnTo>
                    <a:pt x="2185" y="8057"/>
                  </a:lnTo>
                  <a:lnTo>
                    <a:pt x="2185" y="6980"/>
                  </a:lnTo>
                  <a:close/>
                  <a:moveTo>
                    <a:pt x="11854" y="6980"/>
                  </a:moveTo>
                  <a:lnTo>
                    <a:pt x="11854" y="8057"/>
                  </a:lnTo>
                  <a:lnTo>
                    <a:pt x="4331" y="8057"/>
                  </a:lnTo>
                  <a:lnTo>
                    <a:pt x="4331" y="6980"/>
                  </a:lnTo>
                  <a:close/>
                  <a:moveTo>
                    <a:pt x="13999" y="6980"/>
                  </a:moveTo>
                  <a:lnTo>
                    <a:pt x="13999" y="8057"/>
                  </a:lnTo>
                  <a:lnTo>
                    <a:pt x="12923" y="8057"/>
                  </a:lnTo>
                  <a:lnTo>
                    <a:pt x="12923" y="6980"/>
                  </a:lnTo>
                  <a:close/>
                  <a:moveTo>
                    <a:pt x="16148" y="6980"/>
                  </a:moveTo>
                  <a:lnTo>
                    <a:pt x="16148" y="8057"/>
                  </a:lnTo>
                  <a:lnTo>
                    <a:pt x="15072" y="8057"/>
                  </a:lnTo>
                  <a:lnTo>
                    <a:pt x="15072" y="6980"/>
                  </a:lnTo>
                  <a:close/>
                  <a:moveTo>
                    <a:pt x="3261" y="9129"/>
                  </a:moveTo>
                  <a:lnTo>
                    <a:pt x="3261" y="10206"/>
                  </a:lnTo>
                  <a:lnTo>
                    <a:pt x="2185" y="10206"/>
                  </a:lnTo>
                  <a:lnTo>
                    <a:pt x="2185" y="9129"/>
                  </a:lnTo>
                  <a:close/>
                  <a:moveTo>
                    <a:pt x="16148" y="9129"/>
                  </a:moveTo>
                  <a:lnTo>
                    <a:pt x="16148" y="10206"/>
                  </a:lnTo>
                  <a:lnTo>
                    <a:pt x="4331" y="10206"/>
                  </a:lnTo>
                  <a:lnTo>
                    <a:pt x="4331" y="9129"/>
                  </a:lnTo>
                  <a:close/>
                  <a:moveTo>
                    <a:pt x="8629" y="11278"/>
                  </a:moveTo>
                  <a:lnTo>
                    <a:pt x="8629" y="12355"/>
                  </a:lnTo>
                  <a:lnTo>
                    <a:pt x="7552" y="12355"/>
                  </a:lnTo>
                  <a:lnTo>
                    <a:pt x="7552" y="11278"/>
                  </a:lnTo>
                  <a:close/>
                  <a:moveTo>
                    <a:pt x="10781" y="11278"/>
                  </a:moveTo>
                  <a:lnTo>
                    <a:pt x="10781" y="12355"/>
                  </a:lnTo>
                  <a:lnTo>
                    <a:pt x="9705" y="12355"/>
                  </a:lnTo>
                  <a:lnTo>
                    <a:pt x="9705" y="11278"/>
                  </a:lnTo>
                  <a:close/>
                  <a:moveTo>
                    <a:pt x="12930" y="11278"/>
                  </a:moveTo>
                  <a:lnTo>
                    <a:pt x="12930" y="12355"/>
                  </a:lnTo>
                  <a:lnTo>
                    <a:pt x="11854" y="12355"/>
                  </a:lnTo>
                  <a:lnTo>
                    <a:pt x="11854" y="11278"/>
                  </a:lnTo>
                  <a:close/>
                  <a:moveTo>
                    <a:pt x="16148" y="11278"/>
                  </a:moveTo>
                  <a:lnTo>
                    <a:pt x="16148" y="12355"/>
                  </a:lnTo>
                  <a:lnTo>
                    <a:pt x="13999" y="12355"/>
                  </a:lnTo>
                  <a:lnTo>
                    <a:pt x="13999" y="11278"/>
                  </a:lnTo>
                  <a:close/>
                  <a:moveTo>
                    <a:pt x="1" y="1"/>
                  </a:moveTo>
                  <a:lnTo>
                    <a:pt x="1" y="15075"/>
                  </a:lnTo>
                  <a:lnTo>
                    <a:pt x="18333" y="15075"/>
                  </a:lnTo>
                  <a:lnTo>
                    <a:pt x="18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8" name="Google Shape;1738;p109"/>
          <p:cNvGrpSpPr/>
          <p:nvPr/>
        </p:nvGrpSpPr>
        <p:grpSpPr>
          <a:xfrm>
            <a:off x="4321656" y="1792457"/>
            <a:ext cx="500654" cy="500544"/>
            <a:chOff x="719993" y="2099482"/>
            <a:chExt cx="500654" cy="500544"/>
          </a:xfrm>
        </p:grpSpPr>
        <p:sp>
          <p:nvSpPr>
            <p:cNvPr id="1739" name="Google Shape;1739;p109"/>
            <p:cNvSpPr/>
            <p:nvPr/>
          </p:nvSpPr>
          <p:spPr>
            <a:xfrm>
              <a:off x="719993" y="2099482"/>
              <a:ext cx="500654" cy="500544"/>
            </a:xfrm>
            <a:custGeom>
              <a:rect b="b" l="l" r="r" t="t"/>
              <a:pathLst>
                <a:path extrusionOk="0" h="18340" w="18344">
                  <a:moveTo>
                    <a:pt x="9716" y="2178"/>
                  </a:moveTo>
                  <a:cubicBezTo>
                    <a:pt x="13138" y="2439"/>
                    <a:pt x="15908" y="5212"/>
                    <a:pt x="16170" y="8632"/>
                  </a:cubicBezTo>
                  <a:lnTo>
                    <a:pt x="14010" y="8632"/>
                  </a:lnTo>
                  <a:lnTo>
                    <a:pt x="14010" y="9701"/>
                  </a:lnTo>
                  <a:lnTo>
                    <a:pt x="16170" y="9701"/>
                  </a:lnTo>
                  <a:cubicBezTo>
                    <a:pt x="15905" y="13127"/>
                    <a:pt x="13131" y="15897"/>
                    <a:pt x="9712" y="16162"/>
                  </a:cubicBezTo>
                  <a:lnTo>
                    <a:pt x="9712" y="14002"/>
                  </a:lnTo>
                  <a:lnTo>
                    <a:pt x="8636" y="14002"/>
                  </a:lnTo>
                  <a:lnTo>
                    <a:pt x="8636" y="16162"/>
                  </a:lnTo>
                  <a:cubicBezTo>
                    <a:pt x="5216" y="15897"/>
                    <a:pt x="2446" y="13127"/>
                    <a:pt x="2185" y="9708"/>
                  </a:cubicBezTo>
                  <a:lnTo>
                    <a:pt x="4341" y="9708"/>
                  </a:lnTo>
                  <a:lnTo>
                    <a:pt x="4341" y="8632"/>
                  </a:lnTo>
                  <a:lnTo>
                    <a:pt x="2185" y="8632"/>
                  </a:lnTo>
                  <a:cubicBezTo>
                    <a:pt x="2446" y="5212"/>
                    <a:pt x="5216" y="2442"/>
                    <a:pt x="8639" y="2178"/>
                  </a:cubicBezTo>
                  <a:lnTo>
                    <a:pt x="8639" y="4334"/>
                  </a:lnTo>
                  <a:lnTo>
                    <a:pt x="9716" y="4334"/>
                  </a:lnTo>
                  <a:lnTo>
                    <a:pt x="9716" y="2178"/>
                  </a:lnTo>
                  <a:close/>
                  <a:moveTo>
                    <a:pt x="8636" y="1"/>
                  </a:moveTo>
                  <a:lnTo>
                    <a:pt x="8636" y="1102"/>
                  </a:lnTo>
                  <a:cubicBezTo>
                    <a:pt x="4620" y="1366"/>
                    <a:pt x="1374" y="4616"/>
                    <a:pt x="1105" y="8632"/>
                  </a:cubicBezTo>
                  <a:lnTo>
                    <a:pt x="1" y="8632"/>
                  </a:lnTo>
                  <a:lnTo>
                    <a:pt x="1" y="9708"/>
                  </a:lnTo>
                  <a:lnTo>
                    <a:pt x="1105" y="9708"/>
                  </a:lnTo>
                  <a:cubicBezTo>
                    <a:pt x="1370" y="13720"/>
                    <a:pt x="4620" y="16967"/>
                    <a:pt x="8636" y="17235"/>
                  </a:cubicBezTo>
                  <a:lnTo>
                    <a:pt x="8636" y="18339"/>
                  </a:lnTo>
                  <a:lnTo>
                    <a:pt x="9712" y="18339"/>
                  </a:lnTo>
                  <a:lnTo>
                    <a:pt x="9712" y="17235"/>
                  </a:lnTo>
                  <a:cubicBezTo>
                    <a:pt x="13724" y="16970"/>
                    <a:pt x="16971" y="13720"/>
                    <a:pt x="17239" y="9708"/>
                  </a:cubicBezTo>
                  <a:lnTo>
                    <a:pt x="18343" y="9708"/>
                  </a:lnTo>
                  <a:lnTo>
                    <a:pt x="18343" y="8632"/>
                  </a:lnTo>
                  <a:lnTo>
                    <a:pt x="17239" y="8632"/>
                  </a:lnTo>
                  <a:cubicBezTo>
                    <a:pt x="16974" y="4616"/>
                    <a:pt x="13724" y="1370"/>
                    <a:pt x="9712" y="1102"/>
                  </a:cubicBezTo>
                  <a:lnTo>
                    <a:pt x="9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109"/>
            <p:cNvSpPr/>
            <p:nvPr/>
          </p:nvSpPr>
          <p:spPr>
            <a:xfrm>
              <a:off x="720212" y="2099482"/>
              <a:ext cx="88919" cy="88919"/>
            </a:xfrm>
            <a:custGeom>
              <a:rect b="b" l="l" r="r" t="t"/>
              <a:pathLst>
                <a:path extrusionOk="0" h="3258" w="3258">
                  <a:moveTo>
                    <a:pt x="0" y="1"/>
                  </a:moveTo>
                  <a:lnTo>
                    <a:pt x="0" y="3258"/>
                  </a:lnTo>
                  <a:lnTo>
                    <a:pt x="1076" y="3258"/>
                  </a:lnTo>
                  <a:lnTo>
                    <a:pt x="1076" y="1077"/>
                  </a:lnTo>
                  <a:lnTo>
                    <a:pt x="3257" y="1077"/>
                  </a:lnTo>
                  <a:lnTo>
                    <a:pt x="32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109"/>
            <p:cNvSpPr/>
            <p:nvPr/>
          </p:nvSpPr>
          <p:spPr>
            <a:xfrm>
              <a:off x="720212" y="2510999"/>
              <a:ext cx="88919" cy="89028"/>
            </a:xfrm>
            <a:custGeom>
              <a:rect b="b" l="l" r="r" t="t"/>
              <a:pathLst>
                <a:path extrusionOk="0" h="3262" w="3258">
                  <a:moveTo>
                    <a:pt x="0" y="1"/>
                  </a:moveTo>
                  <a:lnTo>
                    <a:pt x="0" y="3261"/>
                  </a:lnTo>
                  <a:lnTo>
                    <a:pt x="3257" y="3261"/>
                  </a:lnTo>
                  <a:lnTo>
                    <a:pt x="3257" y="2185"/>
                  </a:lnTo>
                  <a:lnTo>
                    <a:pt x="1076" y="2185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109"/>
            <p:cNvSpPr/>
            <p:nvPr/>
          </p:nvSpPr>
          <p:spPr>
            <a:xfrm>
              <a:off x="1132601" y="2099482"/>
              <a:ext cx="88046" cy="88919"/>
            </a:xfrm>
            <a:custGeom>
              <a:rect b="b" l="l" r="r" t="t"/>
              <a:pathLst>
                <a:path extrusionOk="0" h="3258" w="3226">
                  <a:moveTo>
                    <a:pt x="0" y="1"/>
                  </a:moveTo>
                  <a:lnTo>
                    <a:pt x="0" y="1077"/>
                  </a:lnTo>
                  <a:lnTo>
                    <a:pt x="2149" y="1077"/>
                  </a:lnTo>
                  <a:lnTo>
                    <a:pt x="2149" y="3258"/>
                  </a:lnTo>
                  <a:lnTo>
                    <a:pt x="3225" y="3258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109"/>
            <p:cNvSpPr/>
            <p:nvPr/>
          </p:nvSpPr>
          <p:spPr>
            <a:xfrm>
              <a:off x="1132601" y="2510999"/>
              <a:ext cx="88046" cy="89028"/>
            </a:xfrm>
            <a:custGeom>
              <a:rect b="b" l="l" r="r" t="t"/>
              <a:pathLst>
                <a:path extrusionOk="0" h="3262" w="3226">
                  <a:moveTo>
                    <a:pt x="2149" y="1"/>
                  </a:moveTo>
                  <a:lnTo>
                    <a:pt x="2149" y="2185"/>
                  </a:lnTo>
                  <a:lnTo>
                    <a:pt x="0" y="2185"/>
                  </a:lnTo>
                  <a:lnTo>
                    <a:pt x="0" y="3261"/>
                  </a:lnTo>
                  <a:lnTo>
                    <a:pt x="3225" y="3261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109"/>
            <p:cNvSpPr/>
            <p:nvPr/>
          </p:nvSpPr>
          <p:spPr>
            <a:xfrm>
              <a:off x="867537" y="2247026"/>
              <a:ext cx="205649" cy="205458"/>
            </a:xfrm>
            <a:custGeom>
              <a:rect b="b" l="l" r="r" t="t"/>
              <a:pathLst>
                <a:path extrusionOk="0" h="7528" w="7535">
                  <a:moveTo>
                    <a:pt x="4310" y="3226"/>
                  </a:moveTo>
                  <a:lnTo>
                    <a:pt x="4310" y="4302"/>
                  </a:lnTo>
                  <a:lnTo>
                    <a:pt x="3233" y="4302"/>
                  </a:lnTo>
                  <a:lnTo>
                    <a:pt x="3233" y="3226"/>
                  </a:lnTo>
                  <a:close/>
                  <a:moveTo>
                    <a:pt x="2153" y="1"/>
                  </a:moveTo>
                  <a:lnTo>
                    <a:pt x="2153" y="1077"/>
                  </a:lnTo>
                  <a:lnTo>
                    <a:pt x="1077" y="1077"/>
                  </a:lnTo>
                  <a:lnTo>
                    <a:pt x="1077" y="2153"/>
                  </a:lnTo>
                  <a:lnTo>
                    <a:pt x="1" y="2153"/>
                  </a:lnTo>
                  <a:lnTo>
                    <a:pt x="1" y="3229"/>
                  </a:lnTo>
                  <a:lnTo>
                    <a:pt x="1077" y="3229"/>
                  </a:lnTo>
                  <a:lnTo>
                    <a:pt x="1077" y="4306"/>
                  </a:lnTo>
                  <a:lnTo>
                    <a:pt x="1" y="4306"/>
                  </a:lnTo>
                  <a:lnTo>
                    <a:pt x="1" y="5375"/>
                  </a:lnTo>
                  <a:lnTo>
                    <a:pt x="1077" y="5375"/>
                  </a:lnTo>
                  <a:lnTo>
                    <a:pt x="1077" y="6451"/>
                  </a:lnTo>
                  <a:lnTo>
                    <a:pt x="2153" y="6451"/>
                  </a:lnTo>
                  <a:lnTo>
                    <a:pt x="2153" y="7527"/>
                  </a:lnTo>
                  <a:lnTo>
                    <a:pt x="3230" y="7527"/>
                  </a:lnTo>
                  <a:lnTo>
                    <a:pt x="3230" y="6451"/>
                  </a:lnTo>
                  <a:lnTo>
                    <a:pt x="4306" y="6451"/>
                  </a:lnTo>
                  <a:lnTo>
                    <a:pt x="4306" y="7527"/>
                  </a:lnTo>
                  <a:lnTo>
                    <a:pt x="5382" y="7527"/>
                  </a:lnTo>
                  <a:lnTo>
                    <a:pt x="5382" y="6451"/>
                  </a:lnTo>
                  <a:lnTo>
                    <a:pt x="6459" y="6451"/>
                  </a:lnTo>
                  <a:lnTo>
                    <a:pt x="6459" y="5375"/>
                  </a:lnTo>
                  <a:lnTo>
                    <a:pt x="7535" y="5375"/>
                  </a:lnTo>
                  <a:lnTo>
                    <a:pt x="7535" y="4299"/>
                  </a:lnTo>
                  <a:lnTo>
                    <a:pt x="6459" y="4299"/>
                  </a:lnTo>
                  <a:lnTo>
                    <a:pt x="6459" y="3222"/>
                  </a:lnTo>
                  <a:lnTo>
                    <a:pt x="7535" y="3222"/>
                  </a:lnTo>
                  <a:lnTo>
                    <a:pt x="7535" y="2153"/>
                  </a:lnTo>
                  <a:lnTo>
                    <a:pt x="6459" y="2153"/>
                  </a:lnTo>
                  <a:lnTo>
                    <a:pt x="6459" y="1077"/>
                  </a:lnTo>
                  <a:lnTo>
                    <a:pt x="5382" y="1077"/>
                  </a:lnTo>
                  <a:lnTo>
                    <a:pt x="5382" y="1"/>
                  </a:lnTo>
                  <a:lnTo>
                    <a:pt x="4306" y="1"/>
                  </a:lnTo>
                  <a:lnTo>
                    <a:pt x="4306" y="1077"/>
                  </a:lnTo>
                  <a:lnTo>
                    <a:pt x="3230" y="1077"/>
                  </a:lnTo>
                  <a:lnTo>
                    <a:pt x="32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5" name="Google Shape;1745;p109"/>
          <p:cNvSpPr/>
          <p:nvPr/>
        </p:nvSpPr>
        <p:spPr>
          <a:xfrm>
            <a:off x="109010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746" name="Google Shape;1746;p109"/>
          <p:cNvGrpSpPr/>
          <p:nvPr/>
        </p:nvGrpSpPr>
        <p:grpSpPr>
          <a:xfrm>
            <a:off x="1198081" y="1822748"/>
            <a:ext cx="500435" cy="439955"/>
            <a:chOff x="2304569" y="2129723"/>
            <a:chExt cx="500435" cy="439955"/>
          </a:xfrm>
        </p:grpSpPr>
        <p:sp>
          <p:nvSpPr>
            <p:cNvPr id="1747" name="Google Shape;1747;p109"/>
            <p:cNvSpPr/>
            <p:nvPr/>
          </p:nvSpPr>
          <p:spPr>
            <a:xfrm>
              <a:off x="2304569" y="2129723"/>
              <a:ext cx="500353" cy="176091"/>
            </a:xfrm>
            <a:custGeom>
              <a:rect b="b" l="l" r="r" t="t"/>
              <a:pathLst>
                <a:path extrusionOk="0" h="6452" w="18333">
                  <a:moveTo>
                    <a:pt x="9164" y="1"/>
                  </a:moveTo>
                  <a:lnTo>
                    <a:pt x="0" y="3226"/>
                  </a:lnTo>
                  <a:lnTo>
                    <a:pt x="9164" y="6451"/>
                  </a:lnTo>
                  <a:lnTo>
                    <a:pt x="18332" y="3226"/>
                  </a:lnTo>
                  <a:lnTo>
                    <a:pt x="91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109"/>
            <p:cNvSpPr/>
            <p:nvPr/>
          </p:nvSpPr>
          <p:spPr>
            <a:xfrm>
              <a:off x="2304651" y="2277375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0"/>
                  </a:moveTo>
                  <a:lnTo>
                    <a:pt x="1" y="1041"/>
                  </a:lnTo>
                  <a:lnTo>
                    <a:pt x="9165" y="4266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81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109"/>
            <p:cNvSpPr/>
            <p:nvPr/>
          </p:nvSpPr>
          <p:spPr>
            <a:xfrm>
              <a:off x="2304651" y="2365393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0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78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109"/>
            <p:cNvSpPr/>
            <p:nvPr/>
          </p:nvSpPr>
          <p:spPr>
            <a:xfrm>
              <a:off x="2304651" y="2453221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1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1"/>
                  </a:lnTo>
                  <a:lnTo>
                    <a:pt x="9168" y="2181"/>
                  </a:lnTo>
                  <a:lnTo>
                    <a:pt x="2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1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Long-Term Vision</a:t>
            </a:r>
            <a:endParaRPr/>
          </a:p>
        </p:txBody>
      </p:sp>
      <p:sp>
        <p:nvSpPr>
          <p:cNvPr id="1756" name="Google Shape;1756;p110"/>
          <p:cNvSpPr txBox="1"/>
          <p:nvPr>
            <p:ph idx="1" type="subTitle"/>
          </p:nvPr>
        </p:nvSpPr>
        <p:spPr>
          <a:xfrm>
            <a:off x="946900" y="1403150"/>
            <a:ext cx="73233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Enhancement of superhuman functioning (e.g., emotional intelligence, tone of voice, timbre, mood).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57" name="Google Shape;1757;p110"/>
          <p:cNvSpPr txBox="1"/>
          <p:nvPr>
            <p:ph idx="2" type="subTitle"/>
          </p:nvPr>
        </p:nvSpPr>
        <p:spPr>
          <a:xfrm>
            <a:off x="946900" y="2417500"/>
            <a:ext cx="3922200" cy="13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Potential roles:</a:t>
            </a:r>
            <a:endParaRPr b="0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Virtual tutors.</a:t>
            </a:r>
            <a:endParaRPr b="0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Healthcare front desk assistants.</a:t>
            </a:r>
            <a:endParaRPr b="0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/>
          </a:p>
        </p:txBody>
      </p:sp>
      <p:pic>
        <p:nvPicPr>
          <p:cNvPr id="1758" name="Google Shape;1758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575" y="2795075"/>
            <a:ext cx="3448800" cy="19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111"/>
          <p:cNvSpPr txBox="1"/>
          <p:nvPr>
            <p:ph type="title"/>
          </p:nvPr>
        </p:nvSpPr>
        <p:spPr>
          <a:xfrm>
            <a:off x="1425900" y="1357725"/>
            <a:ext cx="4151400" cy="210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1764" name="Google Shape;1764;p111"/>
          <p:cNvGrpSpPr/>
          <p:nvPr/>
        </p:nvGrpSpPr>
        <p:grpSpPr>
          <a:xfrm>
            <a:off x="5577299" y="769535"/>
            <a:ext cx="3338639" cy="3282989"/>
            <a:chOff x="5577299" y="769535"/>
            <a:chExt cx="3338639" cy="3282989"/>
          </a:xfrm>
        </p:grpSpPr>
        <p:grpSp>
          <p:nvGrpSpPr>
            <p:cNvPr id="1765" name="Google Shape;1765;p111"/>
            <p:cNvGrpSpPr/>
            <p:nvPr/>
          </p:nvGrpSpPr>
          <p:grpSpPr>
            <a:xfrm>
              <a:off x="5577299" y="1652817"/>
              <a:ext cx="3338639" cy="2399708"/>
              <a:chOff x="5577299" y="1652817"/>
              <a:chExt cx="3338639" cy="2399708"/>
            </a:xfrm>
          </p:grpSpPr>
          <p:sp>
            <p:nvSpPr>
              <p:cNvPr id="1766" name="Google Shape;1766;p111"/>
              <p:cNvSpPr/>
              <p:nvPr/>
            </p:nvSpPr>
            <p:spPr>
              <a:xfrm>
                <a:off x="5577299" y="3926350"/>
                <a:ext cx="3338639" cy="126175"/>
              </a:xfrm>
              <a:custGeom>
                <a:rect b="b" l="l" r="r" t="t"/>
                <a:pathLst>
                  <a:path extrusionOk="0" h="1987" w="48848">
                    <a:moveTo>
                      <a:pt x="48848" y="996"/>
                    </a:moveTo>
                    <a:cubicBezTo>
                      <a:pt x="48848" y="1543"/>
                      <a:pt x="37914" y="1986"/>
                      <a:pt x="24424" y="1986"/>
                    </a:cubicBezTo>
                    <a:cubicBezTo>
                      <a:pt x="10935" y="1986"/>
                      <a:pt x="1" y="1543"/>
                      <a:pt x="1" y="996"/>
                    </a:cubicBezTo>
                    <a:cubicBezTo>
                      <a:pt x="1" y="450"/>
                      <a:pt x="10935" y="1"/>
                      <a:pt x="24424" y="1"/>
                    </a:cubicBezTo>
                    <a:cubicBezTo>
                      <a:pt x="37914" y="1"/>
                      <a:pt x="48848" y="450"/>
                      <a:pt x="48848" y="996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111"/>
              <p:cNvSpPr/>
              <p:nvPr/>
            </p:nvSpPr>
            <p:spPr>
              <a:xfrm>
                <a:off x="6228754" y="2129902"/>
                <a:ext cx="1911687" cy="1257580"/>
              </a:xfrm>
              <a:custGeom>
                <a:rect b="b" l="l" r="r" t="t"/>
                <a:pathLst>
                  <a:path extrusionOk="0" h="21633" w="32885">
                    <a:moveTo>
                      <a:pt x="32309" y="21633"/>
                    </a:moveTo>
                    <a:lnTo>
                      <a:pt x="576" y="21633"/>
                    </a:lnTo>
                    <a:cubicBezTo>
                      <a:pt x="260" y="21633"/>
                      <a:pt x="1" y="21374"/>
                      <a:pt x="1" y="21057"/>
                    </a:cubicBezTo>
                    <a:lnTo>
                      <a:pt x="1" y="576"/>
                    </a:lnTo>
                    <a:cubicBezTo>
                      <a:pt x="1" y="259"/>
                      <a:pt x="260" y="0"/>
                      <a:pt x="576" y="0"/>
                    </a:cubicBezTo>
                    <a:lnTo>
                      <a:pt x="32309" y="0"/>
                    </a:lnTo>
                    <a:cubicBezTo>
                      <a:pt x="32625" y="0"/>
                      <a:pt x="32884" y="259"/>
                      <a:pt x="32884" y="576"/>
                    </a:cubicBezTo>
                    <a:lnTo>
                      <a:pt x="32884" y="21057"/>
                    </a:lnTo>
                    <a:cubicBezTo>
                      <a:pt x="32884" y="21374"/>
                      <a:pt x="32625" y="21633"/>
                      <a:pt x="32309" y="21633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111"/>
              <p:cNvSpPr/>
              <p:nvPr/>
            </p:nvSpPr>
            <p:spPr>
              <a:xfrm>
                <a:off x="6233463" y="2134553"/>
                <a:ext cx="1901921" cy="1247930"/>
              </a:xfrm>
              <a:custGeom>
                <a:rect b="b" l="l" r="r" t="t"/>
                <a:pathLst>
                  <a:path extrusionOk="0" h="21467" w="32717">
                    <a:moveTo>
                      <a:pt x="1" y="20937"/>
                    </a:moveTo>
                    <a:lnTo>
                      <a:pt x="1" y="525"/>
                    </a:lnTo>
                    <a:cubicBezTo>
                      <a:pt x="1" y="237"/>
                      <a:pt x="236" y="1"/>
                      <a:pt x="524" y="1"/>
                    </a:cubicBezTo>
                    <a:lnTo>
                      <a:pt x="32187" y="1"/>
                    </a:lnTo>
                    <a:cubicBezTo>
                      <a:pt x="32475" y="1"/>
                      <a:pt x="32717" y="237"/>
                      <a:pt x="32717" y="525"/>
                    </a:cubicBezTo>
                    <a:lnTo>
                      <a:pt x="32717" y="20937"/>
                    </a:lnTo>
                    <a:cubicBezTo>
                      <a:pt x="32717" y="21225"/>
                      <a:pt x="32475" y="21466"/>
                      <a:pt x="32187" y="21466"/>
                    </a:cubicBezTo>
                    <a:lnTo>
                      <a:pt x="524" y="21466"/>
                    </a:lnTo>
                    <a:cubicBezTo>
                      <a:pt x="231" y="21466"/>
                      <a:pt x="1" y="21225"/>
                      <a:pt x="1" y="209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111"/>
              <p:cNvSpPr/>
              <p:nvPr/>
            </p:nvSpPr>
            <p:spPr>
              <a:xfrm>
                <a:off x="6339203" y="2238608"/>
                <a:ext cx="1689796" cy="1052547"/>
              </a:xfrm>
              <a:custGeom>
                <a:rect b="b" l="l" r="r" t="t"/>
                <a:pathLst>
                  <a:path extrusionOk="0" h="18106" w="29068">
                    <a:moveTo>
                      <a:pt x="0" y="1"/>
                    </a:moveTo>
                    <a:lnTo>
                      <a:pt x="29068" y="1"/>
                    </a:lnTo>
                    <a:lnTo>
                      <a:pt x="29068" y="18105"/>
                    </a:lnTo>
                    <a:lnTo>
                      <a:pt x="0" y="1810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111"/>
              <p:cNvSpPr/>
              <p:nvPr/>
            </p:nvSpPr>
            <p:spPr>
              <a:xfrm>
                <a:off x="5966524" y="3910297"/>
                <a:ext cx="2435868" cy="92721"/>
              </a:xfrm>
              <a:custGeom>
                <a:rect b="b" l="l" r="r" t="t"/>
                <a:pathLst>
                  <a:path extrusionOk="0" h="1595" w="41902">
                    <a:moveTo>
                      <a:pt x="40888" y="1595"/>
                    </a:moveTo>
                    <a:lnTo>
                      <a:pt x="1007" y="1595"/>
                    </a:lnTo>
                    <a:cubicBezTo>
                      <a:pt x="581" y="1595"/>
                      <a:pt x="173" y="1169"/>
                      <a:pt x="92" y="634"/>
                    </a:cubicBezTo>
                    <a:lnTo>
                      <a:pt x="0" y="0"/>
                    </a:lnTo>
                    <a:lnTo>
                      <a:pt x="41901" y="0"/>
                    </a:lnTo>
                    <a:lnTo>
                      <a:pt x="41809" y="634"/>
                    </a:lnTo>
                    <a:cubicBezTo>
                      <a:pt x="41723" y="1169"/>
                      <a:pt x="41314" y="1595"/>
                      <a:pt x="40888" y="15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111"/>
              <p:cNvSpPr/>
              <p:nvPr/>
            </p:nvSpPr>
            <p:spPr>
              <a:xfrm>
                <a:off x="5956467" y="3385718"/>
                <a:ext cx="2455575" cy="537377"/>
              </a:xfrm>
              <a:custGeom>
                <a:rect b="b" l="l" r="r" t="t"/>
                <a:pathLst>
                  <a:path extrusionOk="0" h="9244" w="42241">
                    <a:moveTo>
                      <a:pt x="41487" y="9243"/>
                    </a:moveTo>
                    <a:lnTo>
                      <a:pt x="754" y="9243"/>
                    </a:lnTo>
                    <a:cubicBezTo>
                      <a:pt x="231" y="9243"/>
                      <a:pt x="1" y="9076"/>
                      <a:pt x="288" y="8581"/>
                    </a:cubicBezTo>
                    <a:lnTo>
                      <a:pt x="4489" y="317"/>
                    </a:lnTo>
                    <a:cubicBezTo>
                      <a:pt x="4604" y="116"/>
                      <a:pt x="4783" y="1"/>
                      <a:pt x="4984" y="1"/>
                    </a:cubicBezTo>
                    <a:lnTo>
                      <a:pt x="37263" y="1"/>
                    </a:lnTo>
                    <a:cubicBezTo>
                      <a:pt x="37464" y="1"/>
                      <a:pt x="37643" y="116"/>
                      <a:pt x="37758" y="317"/>
                    </a:cubicBezTo>
                    <a:lnTo>
                      <a:pt x="41959" y="8576"/>
                    </a:lnTo>
                    <a:cubicBezTo>
                      <a:pt x="42241" y="9076"/>
                      <a:pt x="42011" y="9243"/>
                      <a:pt x="41487" y="92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111"/>
              <p:cNvSpPr/>
              <p:nvPr/>
            </p:nvSpPr>
            <p:spPr>
              <a:xfrm>
                <a:off x="6169228" y="3416876"/>
                <a:ext cx="2030045" cy="256946"/>
              </a:xfrm>
              <a:custGeom>
                <a:rect b="b" l="l" r="r" t="t"/>
                <a:pathLst>
                  <a:path extrusionOk="0" h="4420" w="34921">
                    <a:moveTo>
                      <a:pt x="34432" y="4420"/>
                    </a:moveTo>
                    <a:lnTo>
                      <a:pt x="490" y="4420"/>
                    </a:lnTo>
                    <a:cubicBezTo>
                      <a:pt x="196" y="4420"/>
                      <a:pt x="1" y="4328"/>
                      <a:pt x="58" y="4218"/>
                    </a:cubicBezTo>
                    <a:lnTo>
                      <a:pt x="2032" y="161"/>
                    </a:lnTo>
                    <a:cubicBezTo>
                      <a:pt x="2072" y="75"/>
                      <a:pt x="2320" y="0"/>
                      <a:pt x="2579" y="0"/>
                    </a:cubicBezTo>
                    <a:lnTo>
                      <a:pt x="32366" y="0"/>
                    </a:lnTo>
                    <a:cubicBezTo>
                      <a:pt x="32625" y="0"/>
                      <a:pt x="32866" y="75"/>
                      <a:pt x="32912" y="161"/>
                    </a:cubicBezTo>
                    <a:lnTo>
                      <a:pt x="34881" y="4218"/>
                    </a:lnTo>
                    <a:cubicBezTo>
                      <a:pt x="34921" y="4328"/>
                      <a:pt x="34725" y="4420"/>
                      <a:pt x="34432" y="44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73" name="Google Shape;1773;p111"/>
              <p:cNvGrpSpPr/>
              <p:nvPr/>
            </p:nvGrpSpPr>
            <p:grpSpPr>
              <a:xfrm>
                <a:off x="6239159" y="3429258"/>
                <a:ext cx="1890236" cy="221485"/>
                <a:chOff x="6239159" y="3429258"/>
                <a:chExt cx="1890236" cy="221485"/>
              </a:xfrm>
            </p:grpSpPr>
            <p:sp>
              <p:nvSpPr>
                <p:cNvPr id="1774" name="Google Shape;1774;p111"/>
                <p:cNvSpPr/>
                <p:nvPr/>
              </p:nvSpPr>
              <p:spPr>
                <a:xfrm>
                  <a:off x="6239508" y="3431932"/>
                  <a:ext cx="1888841" cy="218811"/>
                </a:xfrm>
                <a:custGeom>
                  <a:rect b="b" l="l" r="r" t="t"/>
                  <a:pathLst>
                    <a:path extrusionOk="0" h="3764" w="32492">
                      <a:moveTo>
                        <a:pt x="2860" y="248"/>
                      </a:moveTo>
                      <a:lnTo>
                        <a:pt x="1801" y="248"/>
                      </a:lnTo>
                      <a:cubicBezTo>
                        <a:pt x="1681" y="248"/>
                        <a:pt x="1600" y="213"/>
                        <a:pt x="1611" y="173"/>
                      </a:cubicBezTo>
                      <a:lnTo>
                        <a:pt x="1658" y="81"/>
                      </a:lnTo>
                      <a:cubicBezTo>
                        <a:pt x="1681" y="40"/>
                        <a:pt x="1784" y="12"/>
                        <a:pt x="1911" y="12"/>
                      </a:cubicBezTo>
                      <a:lnTo>
                        <a:pt x="2958" y="12"/>
                      </a:lnTo>
                      <a:cubicBezTo>
                        <a:pt x="3079" y="12"/>
                        <a:pt x="3160" y="46"/>
                        <a:pt x="3148" y="81"/>
                      </a:cubicBezTo>
                      <a:lnTo>
                        <a:pt x="3102" y="173"/>
                      </a:lnTo>
                      <a:cubicBezTo>
                        <a:pt x="3085" y="213"/>
                        <a:pt x="2981" y="248"/>
                        <a:pt x="2860" y="248"/>
                      </a:cubicBezTo>
                      <a:close/>
                      <a:moveTo>
                        <a:pt x="5087" y="0"/>
                      </a:moveTo>
                      <a:lnTo>
                        <a:pt x="4040" y="0"/>
                      </a:lnTo>
                      <a:cubicBezTo>
                        <a:pt x="3913" y="0"/>
                        <a:pt x="3810" y="40"/>
                        <a:pt x="3793" y="75"/>
                      </a:cubicBezTo>
                      <a:lnTo>
                        <a:pt x="3758" y="167"/>
                      </a:lnTo>
                      <a:cubicBezTo>
                        <a:pt x="3741" y="213"/>
                        <a:pt x="3827" y="242"/>
                        <a:pt x="3942" y="242"/>
                      </a:cubicBezTo>
                      <a:lnTo>
                        <a:pt x="5001" y="242"/>
                      </a:lnTo>
                      <a:cubicBezTo>
                        <a:pt x="5122" y="242"/>
                        <a:pt x="5231" y="202"/>
                        <a:pt x="5243" y="167"/>
                      </a:cubicBezTo>
                      <a:lnTo>
                        <a:pt x="5283" y="75"/>
                      </a:lnTo>
                      <a:cubicBezTo>
                        <a:pt x="5289" y="29"/>
                        <a:pt x="5202" y="0"/>
                        <a:pt x="5087" y="0"/>
                      </a:cubicBezTo>
                      <a:close/>
                      <a:moveTo>
                        <a:pt x="7211" y="0"/>
                      </a:moveTo>
                      <a:lnTo>
                        <a:pt x="6169" y="0"/>
                      </a:lnTo>
                      <a:cubicBezTo>
                        <a:pt x="6043" y="0"/>
                        <a:pt x="5945" y="40"/>
                        <a:pt x="5928" y="75"/>
                      </a:cubicBezTo>
                      <a:lnTo>
                        <a:pt x="5899" y="167"/>
                      </a:lnTo>
                      <a:cubicBezTo>
                        <a:pt x="5887" y="213"/>
                        <a:pt x="5974" y="242"/>
                        <a:pt x="6094" y="242"/>
                      </a:cubicBezTo>
                      <a:lnTo>
                        <a:pt x="7153" y="242"/>
                      </a:lnTo>
                      <a:cubicBezTo>
                        <a:pt x="7274" y="242"/>
                        <a:pt x="7372" y="202"/>
                        <a:pt x="7389" y="167"/>
                      </a:cubicBezTo>
                      <a:lnTo>
                        <a:pt x="7418" y="75"/>
                      </a:lnTo>
                      <a:cubicBezTo>
                        <a:pt x="7418" y="29"/>
                        <a:pt x="7332" y="0"/>
                        <a:pt x="7211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8" y="40"/>
                        <a:pt x="8051" y="75"/>
                      </a:cubicBezTo>
                      <a:lnTo>
                        <a:pt x="8028" y="167"/>
                      </a:lnTo>
                      <a:cubicBezTo>
                        <a:pt x="8022" y="213"/>
                        <a:pt x="8109" y="242"/>
                        <a:pt x="8230" y="242"/>
                      </a:cubicBezTo>
                      <a:lnTo>
                        <a:pt x="9288" y="242"/>
                      </a:lnTo>
                      <a:cubicBezTo>
                        <a:pt x="9409" y="242"/>
                        <a:pt x="9513" y="202"/>
                        <a:pt x="9519" y="167"/>
                      </a:cubicBezTo>
                      <a:lnTo>
                        <a:pt x="9542" y="75"/>
                      </a:lnTo>
                      <a:cubicBezTo>
                        <a:pt x="9547" y="29"/>
                        <a:pt x="9455" y="0"/>
                        <a:pt x="9340" y="0"/>
                      </a:cubicBezTo>
                      <a:close/>
                      <a:moveTo>
                        <a:pt x="11464" y="0"/>
                      </a:moveTo>
                      <a:lnTo>
                        <a:pt x="10411" y="0"/>
                      </a:lnTo>
                      <a:cubicBezTo>
                        <a:pt x="10290" y="0"/>
                        <a:pt x="10186" y="40"/>
                        <a:pt x="10180" y="75"/>
                      </a:cubicBezTo>
                      <a:lnTo>
                        <a:pt x="10157" y="167"/>
                      </a:lnTo>
                      <a:cubicBezTo>
                        <a:pt x="10152" y="213"/>
                        <a:pt x="10244" y="242"/>
                        <a:pt x="10359" y="242"/>
                      </a:cubicBezTo>
                      <a:lnTo>
                        <a:pt x="11418" y="242"/>
                      </a:lnTo>
                      <a:cubicBezTo>
                        <a:pt x="11539" y="242"/>
                        <a:pt x="11642" y="202"/>
                        <a:pt x="11648" y="167"/>
                      </a:cubicBezTo>
                      <a:lnTo>
                        <a:pt x="11659" y="75"/>
                      </a:lnTo>
                      <a:cubicBezTo>
                        <a:pt x="11677" y="29"/>
                        <a:pt x="11585" y="0"/>
                        <a:pt x="11464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5" y="40"/>
                        <a:pt x="12315" y="75"/>
                      </a:cubicBezTo>
                      <a:lnTo>
                        <a:pt x="12304" y="167"/>
                      </a:lnTo>
                      <a:cubicBezTo>
                        <a:pt x="12298" y="213"/>
                        <a:pt x="12390" y="242"/>
                        <a:pt x="12511" y="242"/>
                      </a:cubicBezTo>
                      <a:lnTo>
                        <a:pt x="13570" y="242"/>
                      </a:lnTo>
                      <a:cubicBezTo>
                        <a:pt x="13691" y="242"/>
                        <a:pt x="13794" y="202"/>
                        <a:pt x="13794" y="167"/>
                      </a:cubicBezTo>
                      <a:lnTo>
                        <a:pt x="13800" y="75"/>
                      </a:lnTo>
                      <a:cubicBezTo>
                        <a:pt x="13800" y="29"/>
                        <a:pt x="13708" y="0"/>
                        <a:pt x="13587" y="0"/>
                      </a:cubicBezTo>
                      <a:close/>
                      <a:moveTo>
                        <a:pt x="15711" y="0"/>
                      </a:moveTo>
                      <a:lnTo>
                        <a:pt x="14663" y="0"/>
                      </a:lnTo>
                      <a:cubicBezTo>
                        <a:pt x="14543" y="0"/>
                        <a:pt x="14445" y="40"/>
                        <a:pt x="14439" y="75"/>
                      </a:cubicBezTo>
                      <a:lnTo>
                        <a:pt x="14433" y="167"/>
                      </a:lnTo>
                      <a:cubicBezTo>
                        <a:pt x="14433" y="213"/>
                        <a:pt x="14525" y="242"/>
                        <a:pt x="14646" y="242"/>
                      </a:cubicBezTo>
                      <a:lnTo>
                        <a:pt x="15705" y="242"/>
                      </a:lnTo>
                      <a:cubicBezTo>
                        <a:pt x="15826" y="242"/>
                        <a:pt x="15924" y="202"/>
                        <a:pt x="15924" y="167"/>
                      </a:cubicBezTo>
                      <a:lnTo>
                        <a:pt x="15924" y="75"/>
                      </a:lnTo>
                      <a:cubicBezTo>
                        <a:pt x="15929" y="29"/>
                        <a:pt x="15837" y="0"/>
                        <a:pt x="15711" y="0"/>
                      </a:cubicBezTo>
                      <a:close/>
                      <a:moveTo>
                        <a:pt x="17834" y="0"/>
                      </a:moveTo>
                      <a:lnTo>
                        <a:pt x="16787" y="0"/>
                      </a:lnTo>
                      <a:cubicBezTo>
                        <a:pt x="16660" y="0"/>
                        <a:pt x="16568" y="40"/>
                        <a:pt x="16568" y="75"/>
                      </a:cubicBezTo>
                      <a:lnTo>
                        <a:pt x="16568" y="167"/>
                      </a:lnTo>
                      <a:cubicBezTo>
                        <a:pt x="16568" y="213"/>
                        <a:pt x="16672" y="242"/>
                        <a:pt x="16787" y="242"/>
                      </a:cubicBezTo>
                      <a:lnTo>
                        <a:pt x="17840" y="242"/>
                      </a:lnTo>
                      <a:cubicBezTo>
                        <a:pt x="17961" y="242"/>
                        <a:pt x="18059" y="202"/>
                        <a:pt x="18059" y="167"/>
                      </a:cubicBezTo>
                      <a:lnTo>
                        <a:pt x="18047" y="75"/>
                      </a:lnTo>
                      <a:cubicBezTo>
                        <a:pt x="18059" y="29"/>
                        <a:pt x="17955" y="0"/>
                        <a:pt x="17834" y="0"/>
                      </a:cubicBezTo>
                      <a:close/>
                      <a:moveTo>
                        <a:pt x="19964" y="0"/>
                      </a:moveTo>
                      <a:lnTo>
                        <a:pt x="18916" y="0"/>
                      </a:lnTo>
                      <a:cubicBezTo>
                        <a:pt x="18790" y="0"/>
                        <a:pt x="18698" y="40"/>
                        <a:pt x="18703" y="75"/>
                      </a:cubicBezTo>
                      <a:lnTo>
                        <a:pt x="18715" y="167"/>
                      </a:lnTo>
                      <a:cubicBezTo>
                        <a:pt x="18715" y="213"/>
                        <a:pt x="18813" y="242"/>
                        <a:pt x="18933" y="242"/>
                      </a:cubicBezTo>
                      <a:lnTo>
                        <a:pt x="19992" y="242"/>
                      </a:lnTo>
                      <a:cubicBezTo>
                        <a:pt x="20113" y="242"/>
                        <a:pt x="20211" y="202"/>
                        <a:pt x="20200" y="167"/>
                      </a:cubicBezTo>
                      <a:lnTo>
                        <a:pt x="20188" y="75"/>
                      </a:lnTo>
                      <a:cubicBezTo>
                        <a:pt x="20182" y="29"/>
                        <a:pt x="20079" y="0"/>
                        <a:pt x="19964" y="0"/>
                      </a:cubicBezTo>
                      <a:close/>
                      <a:moveTo>
                        <a:pt x="22087" y="0"/>
                      </a:moveTo>
                      <a:lnTo>
                        <a:pt x="21034" y="0"/>
                      </a:lnTo>
                      <a:cubicBezTo>
                        <a:pt x="20913" y="0"/>
                        <a:pt x="20827" y="40"/>
                        <a:pt x="20827" y="75"/>
                      </a:cubicBezTo>
                      <a:lnTo>
                        <a:pt x="20844" y="167"/>
                      </a:lnTo>
                      <a:cubicBezTo>
                        <a:pt x="20850" y="213"/>
                        <a:pt x="20948" y="242"/>
                        <a:pt x="21074" y="242"/>
                      </a:cubicBezTo>
                      <a:lnTo>
                        <a:pt x="22127" y="242"/>
                      </a:lnTo>
                      <a:cubicBezTo>
                        <a:pt x="22248" y="242"/>
                        <a:pt x="22340" y="202"/>
                        <a:pt x="22329" y="167"/>
                      </a:cubicBezTo>
                      <a:lnTo>
                        <a:pt x="22306" y="75"/>
                      </a:lnTo>
                      <a:cubicBezTo>
                        <a:pt x="22312" y="29"/>
                        <a:pt x="22208" y="0"/>
                        <a:pt x="22087" y="0"/>
                      </a:cubicBezTo>
                      <a:close/>
                      <a:moveTo>
                        <a:pt x="24216" y="0"/>
                      </a:moveTo>
                      <a:lnTo>
                        <a:pt x="23163" y="0"/>
                      </a:lnTo>
                      <a:cubicBezTo>
                        <a:pt x="23042" y="0"/>
                        <a:pt x="22956" y="40"/>
                        <a:pt x="22962" y="75"/>
                      </a:cubicBezTo>
                      <a:lnTo>
                        <a:pt x="22985" y="167"/>
                      </a:lnTo>
                      <a:cubicBezTo>
                        <a:pt x="22991" y="213"/>
                        <a:pt x="23100" y="242"/>
                        <a:pt x="23215" y="242"/>
                      </a:cubicBezTo>
                      <a:lnTo>
                        <a:pt x="24274" y="242"/>
                      </a:lnTo>
                      <a:cubicBezTo>
                        <a:pt x="24395" y="242"/>
                        <a:pt x="24481" y="202"/>
                        <a:pt x="24475" y="167"/>
                      </a:cubicBezTo>
                      <a:lnTo>
                        <a:pt x="24452" y="75"/>
                      </a:lnTo>
                      <a:cubicBezTo>
                        <a:pt x="24441" y="29"/>
                        <a:pt x="24332" y="0"/>
                        <a:pt x="24216" y="0"/>
                      </a:cubicBezTo>
                      <a:close/>
                      <a:moveTo>
                        <a:pt x="26340" y="0"/>
                      </a:moveTo>
                      <a:lnTo>
                        <a:pt x="25287" y="0"/>
                      </a:lnTo>
                      <a:cubicBezTo>
                        <a:pt x="25166" y="0"/>
                        <a:pt x="25080" y="40"/>
                        <a:pt x="25091" y="75"/>
                      </a:cubicBezTo>
                      <a:lnTo>
                        <a:pt x="25120" y="167"/>
                      </a:lnTo>
                      <a:cubicBezTo>
                        <a:pt x="25137" y="213"/>
                        <a:pt x="25235" y="242"/>
                        <a:pt x="25362" y="242"/>
                      </a:cubicBezTo>
                      <a:lnTo>
                        <a:pt x="26415" y="242"/>
                      </a:lnTo>
                      <a:cubicBezTo>
                        <a:pt x="26541" y="242"/>
                        <a:pt x="26628" y="202"/>
                        <a:pt x="26610" y="167"/>
                      </a:cubicBezTo>
                      <a:lnTo>
                        <a:pt x="26582" y="75"/>
                      </a:lnTo>
                      <a:cubicBezTo>
                        <a:pt x="26570" y="29"/>
                        <a:pt x="26461" y="0"/>
                        <a:pt x="26340" y="0"/>
                      </a:cubicBezTo>
                      <a:close/>
                      <a:moveTo>
                        <a:pt x="28469" y="0"/>
                      </a:moveTo>
                      <a:lnTo>
                        <a:pt x="27416" y="0"/>
                      </a:lnTo>
                      <a:cubicBezTo>
                        <a:pt x="27295" y="0"/>
                        <a:pt x="27215" y="40"/>
                        <a:pt x="27220" y="75"/>
                      </a:cubicBezTo>
                      <a:lnTo>
                        <a:pt x="27261" y="167"/>
                      </a:lnTo>
                      <a:cubicBezTo>
                        <a:pt x="27272" y="213"/>
                        <a:pt x="27382" y="242"/>
                        <a:pt x="27502" y="242"/>
                      </a:cubicBezTo>
                      <a:lnTo>
                        <a:pt x="28561" y="242"/>
                      </a:lnTo>
                      <a:cubicBezTo>
                        <a:pt x="28682" y="242"/>
                        <a:pt x="28763" y="202"/>
                        <a:pt x="28745" y="167"/>
                      </a:cubicBezTo>
                      <a:lnTo>
                        <a:pt x="28711" y="75"/>
                      </a:lnTo>
                      <a:cubicBezTo>
                        <a:pt x="28688" y="29"/>
                        <a:pt x="28584" y="0"/>
                        <a:pt x="28469" y="0"/>
                      </a:cubicBezTo>
                      <a:close/>
                      <a:moveTo>
                        <a:pt x="30587" y="0"/>
                      </a:moveTo>
                      <a:lnTo>
                        <a:pt x="29540" y="0"/>
                      </a:lnTo>
                      <a:cubicBezTo>
                        <a:pt x="29419" y="0"/>
                        <a:pt x="29338" y="40"/>
                        <a:pt x="29350" y="75"/>
                      </a:cubicBezTo>
                      <a:lnTo>
                        <a:pt x="29396" y="167"/>
                      </a:lnTo>
                      <a:cubicBezTo>
                        <a:pt x="29407" y="213"/>
                        <a:pt x="29522" y="242"/>
                        <a:pt x="29637" y="242"/>
                      </a:cubicBezTo>
                      <a:lnTo>
                        <a:pt x="30696" y="242"/>
                      </a:lnTo>
                      <a:cubicBezTo>
                        <a:pt x="30817" y="242"/>
                        <a:pt x="30898" y="202"/>
                        <a:pt x="30886" y="167"/>
                      </a:cubicBezTo>
                      <a:lnTo>
                        <a:pt x="30840" y="75"/>
                      </a:lnTo>
                      <a:cubicBezTo>
                        <a:pt x="30817" y="29"/>
                        <a:pt x="30714" y="0"/>
                        <a:pt x="30587" y="0"/>
                      </a:cubicBezTo>
                      <a:close/>
                      <a:moveTo>
                        <a:pt x="2751" y="391"/>
                      </a:moveTo>
                      <a:lnTo>
                        <a:pt x="1744" y="391"/>
                      </a:lnTo>
                      <a:cubicBezTo>
                        <a:pt x="1623" y="391"/>
                        <a:pt x="1514" y="426"/>
                        <a:pt x="1491" y="460"/>
                      </a:cubicBezTo>
                      <a:lnTo>
                        <a:pt x="1335" y="817"/>
                      </a:lnTo>
                      <a:cubicBezTo>
                        <a:pt x="1312" y="858"/>
                        <a:pt x="1399" y="892"/>
                        <a:pt x="1519" y="892"/>
                      </a:cubicBezTo>
                      <a:lnTo>
                        <a:pt x="2550" y="892"/>
                      </a:lnTo>
                      <a:cubicBezTo>
                        <a:pt x="2670" y="892"/>
                        <a:pt x="2785" y="858"/>
                        <a:pt x="2803" y="817"/>
                      </a:cubicBezTo>
                      <a:lnTo>
                        <a:pt x="2947" y="460"/>
                      </a:lnTo>
                      <a:cubicBezTo>
                        <a:pt x="2952" y="420"/>
                        <a:pt x="2872" y="391"/>
                        <a:pt x="2751" y="391"/>
                      </a:cubicBezTo>
                      <a:close/>
                      <a:moveTo>
                        <a:pt x="4828" y="391"/>
                      </a:moveTo>
                      <a:lnTo>
                        <a:pt x="3821" y="391"/>
                      </a:lnTo>
                      <a:cubicBezTo>
                        <a:pt x="3700" y="391"/>
                        <a:pt x="3591" y="426"/>
                        <a:pt x="3580" y="460"/>
                      </a:cubicBezTo>
                      <a:lnTo>
                        <a:pt x="3442" y="817"/>
                      </a:lnTo>
                      <a:cubicBezTo>
                        <a:pt x="3424" y="858"/>
                        <a:pt x="3511" y="892"/>
                        <a:pt x="3631" y="892"/>
                      </a:cubicBezTo>
                      <a:lnTo>
                        <a:pt x="4662" y="892"/>
                      </a:lnTo>
                      <a:cubicBezTo>
                        <a:pt x="4782" y="892"/>
                        <a:pt x="4892" y="858"/>
                        <a:pt x="4915" y="817"/>
                      </a:cubicBezTo>
                      <a:lnTo>
                        <a:pt x="5036" y="460"/>
                      </a:lnTo>
                      <a:cubicBezTo>
                        <a:pt x="5036" y="420"/>
                        <a:pt x="4949" y="391"/>
                        <a:pt x="4828" y="391"/>
                      </a:cubicBezTo>
                      <a:close/>
                      <a:moveTo>
                        <a:pt x="6906" y="391"/>
                      </a:moveTo>
                      <a:lnTo>
                        <a:pt x="5899" y="391"/>
                      </a:lnTo>
                      <a:cubicBezTo>
                        <a:pt x="5778" y="391"/>
                        <a:pt x="5669" y="426"/>
                        <a:pt x="5657" y="460"/>
                      </a:cubicBezTo>
                      <a:lnTo>
                        <a:pt x="5542" y="817"/>
                      </a:lnTo>
                      <a:cubicBezTo>
                        <a:pt x="5525" y="858"/>
                        <a:pt x="5611" y="892"/>
                        <a:pt x="5738" y="892"/>
                      </a:cubicBezTo>
                      <a:lnTo>
                        <a:pt x="6762" y="892"/>
                      </a:lnTo>
                      <a:cubicBezTo>
                        <a:pt x="6889" y="892"/>
                        <a:pt x="6992" y="858"/>
                        <a:pt x="7009" y="817"/>
                      </a:cubicBezTo>
                      <a:lnTo>
                        <a:pt x="7107" y="460"/>
                      </a:lnTo>
                      <a:cubicBezTo>
                        <a:pt x="7113" y="420"/>
                        <a:pt x="7021" y="391"/>
                        <a:pt x="6906" y="391"/>
                      </a:cubicBezTo>
                      <a:close/>
                      <a:moveTo>
                        <a:pt x="8978" y="391"/>
                      </a:moveTo>
                      <a:lnTo>
                        <a:pt x="7971" y="391"/>
                      </a:lnTo>
                      <a:cubicBezTo>
                        <a:pt x="7850" y="391"/>
                        <a:pt x="7740" y="426"/>
                        <a:pt x="7735" y="460"/>
                      </a:cubicBezTo>
                      <a:lnTo>
                        <a:pt x="7643" y="817"/>
                      </a:lnTo>
                      <a:cubicBezTo>
                        <a:pt x="7625" y="858"/>
                        <a:pt x="7717" y="892"/>
                        <a:pt x="7844" y="892"/>
                      </a:cubicBezTo>
                      <a:lnTo>
                        <a:pt x="8874" y="892"/>
                      </a:lnTo>
                      <a:cubicBezTo>
                        <a:pt x="8995" y="892"/>
                        <a:pt x="9098" y="858"/>
                        <a:pt x="9110" y="817"/>
                      </a:cubicBezTo>
                      <a:lnTo>
                        <a:pt x="9191" y="460"/>
                      </a:lnTo>
                      <a:cubicBezTo>
                        <a:pt x="9196" y="420"/>
                        <a:pt x="9104" y="391"/>
                        <a:pt x="8978" y="391"/>
                      </a:cubicBezTo>
                      <a:close/>
                      <a:moveTo>
                        <a:pt x="11061" y="391"/>
                      </a:moveTo>
                      <a:lnTo>
                        <a:pt x="10054" y="391"/>
                      </a:lnTo>
                      <a:cubicBezTo>
                        <a:pt x="9927" y="391"/>
                        <a:pt x="9829" y="426"/>
                        <a:pt x="9824" y="460"/>
                      </a:cubicBezTo>
                      <a:lnTo>
                        <a:pt x="9749" y="817"/>
                      </a:lnTo>
                      <a:cubicBezTo>
                        <a:pt x="9743" y="858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6" y="858"/>
                        <a:pt x="11216" y="817"/>
                      </a:cubicBezTo>
                      <a:lnTo>
                        <a:pt x="11274" y="460"/>
                      </a:lnTo>
                      <a:cubicBezTo>
                        <a:pt x="11274" y="420"/>
                        <a:pt x="11182" y="391"/>
                        <a:pt x="11061" y="391"/>
                      </a:cubicBezTo>
                      <a:close/>
                      <a:moveTo>
                        <a:pt x="13138" y="391"/>
                      </a:moveTo>
                      <a:lnTo>
                        <a:pt x="12131" y="391"/>
                      </a:lnTo>
                      <a:cubicBezTo>
                        <a:pt x="12010" y="391"/>
                        <a:pt x="11907" y="426"/>
                        <a:pt x="11901" y="460"/>
                      </a:cubicBezTo>
                      <a:lnTo>
                        <a:pt x="11849" y="817"/>
                      </a:lnTo>
                      <a:cubicBezTo>
                        <a:pt x="11844" y="858"/>
                        <a:pt x="11936" y="892"/>
                        <a:pt x="12056" y="892"/>
                      </a:cubicBezTo>
                      <a:lnTo>
                        <a:pt x="13087" y="892"/>
                      </a:lnTo>
                      <a:cubicBezTo>
                        <a:pt x="13207" y="892"/>
                        <a:pt x="13311" y="858"/>
                        <a:pt x="13317" y="817"/>
                      </a:cubicBezTo>
                      <a:lnTo>
                        <a:pt x="13346" y="460"/>
                      </a:lnTo>
                      <a:cubicBezTo>
                        <a:pt x="13351" y="420"/>
                        <a:pt x="13259" y="391"/>
                        <a:pt x="13138" y="391"/>
                      </a:cubicBezTo>
                      <a:close/>
                      <a:moveTo>
                        <a:pt x="15216" y="391"/>
                      </a:moveTo>
                      <a:lnTo>
                        <a:pt x="14209" y="391"/>
                      </a:lnTo>
                      <a:cubicBezTo>
                        <a:pt x="14088" y="391"/>
                        <a:pt x="13984" y="426"/>
                        <a:pt x="13984" y="460"/>
                      </a:cubicBezTo>
                      <a:lnTo>
                        <a:pt x="13967" y="817"/>
                      </a:lnTo>
                      <a:cubicBezTo>
                        <a:pt x="13967" y="858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35" y="858"/>
                        <a:pt x="15435" y="817"/>
                      </a:cubicBezTo>
                      <a:lnTo>
                        <a:pt x="15440" y="460"/>
                      </a:lnTo>
                      <a:cubicBezTo>
                        <a:pt x="15435" y="420"/>
                        <a:pt x="15337" y="391"/>
                        <a:pt x="15216" y="391"/>
                      </a:cubicBezTo>
                      <a:close/>
                      <a:moveTo>
                        <a:pt x="17293" y="391"/>
                      </a:moveTo>
                      <a:lnTo>
                        <a:pt x="16286" y="391"/>
                      </a:lnTo>
                      <a:cubicBezTo>
                        <a:pt x="16165" y="391"/>
                        <a:pt x="16073" y="426"/>
                        <a:pt x="16073" y="460"/>
                      </a:cubicBezTo>
                      <a:lnTo>
                        <a:pt x="16073" y="817"/>
                      </a:lnTo>
                      <a:cubicBezTo>
                        <a:pt x="16073" y="858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8"/>
                        <a:pt x="17541" y="817"/>
                      </a:cubicBezTo>
                      <a:lnTo>
                        <a:pt x="17524" y="460"/>
                      </a:lnTo>
                      <a:cubicBezTo>
                        <a:pt x="17512" y="420"/>
                        <a:pt x="17408" y="391"/>
                        <a:pt x="17293" y="391"/>
                      </a:cubicBezTo>
                      <a:close/>
                      <a:moveTo>
                        <a:pt x="19377" y="391"/>
                      </a:moveTo>
                      <a:lnTo>
                        <a:pt x="18370" y="391"/>
                      </a:lnTo>
                      <a:cubicBezTo>
                        <a:pt x="18243" y="391"/>
                        <a:pt x="18151" y="426"/>
                        <a:pt x="18151" y="460"/>
                      </a:cubicBezTo>
                      <a:lnTo>
                        <a:pt x="18174" y="817"/>
                      </a:lnTo>
                      <a:cubicBezTo>
                        <a:pt x="18174" y="858"/>
                        <a:pt x="18272" y="892"/>
                        <a:pt x="18398" y="892"/>
                      </a:cubicBezTo>
                      <a:lnTo>
                        <a:pt x="19423" y="892"/>
                      </a:lnTo>
                      <a:cubicBezTo>
                        <a:pt x="19549" y="892"/>
                        <a:pt x="19641" y="858"/>
                        <a:pt x="19641" y="817"/>
                      </a:cubicBezTo>
                      <a:lnTo>
                        <a:pt x="19607" y="460"/>
                      </a:lnTo>
                      <a:cubicBezTo>
                        <a:pt x="19590" y="420"/>
                        <a:pt x="19492" y="391"/>
                        <a:pt x="19377" y="391"/>
                      </a:cubicBezTo>
                      <a:close/>
                      <a:moveTo>
                        <a:pt x="21448" y="391"/>
                      </a:moveTo>
                      <a:lnTo>
                        <a:pt x="20441" y="391"/>
                      </a:lnTo>
                      <a:cubicBezTo>
                        <a:pt x="20315" y="391"/>
                        <a:pt x="20223" y="426"/>
                        <a:pt x="20228" y="460"/>
                      </a:cubicBezTo>
                      <a:lnTo>
                        <a:pt x="20274" y="817"/>
                      </a:lnTo>
                      <a:cubicBezTo>
                        <a:pt x="20280" y="858"/>
                        <a:pt x="20384" y="892"/>
                        <a:pt x="20505" y="892"/>
                      </a:cubicBezTo>
                      <a:lnTo>
                        <a:pt x="21535" y="892"/>
                      </a:lnTo>
                      <a:cubicBezTo>
                        <a:pt x="21656" y="892"/>
                        <a:pt x="21748" y="858"/>
                        <a:pt x="21742" y="817"/>
                      </a:cubicBezTo>
                      <a:lnTo>
                        <a:pt x="21684" y="460"/>
                      </a:lnTo>
                      <a:cubicBezTo>
                        <a:pt x="21679" y="420"/>
                        <a:pt x="21569" y="391"/>
                        <a:pt x="21448" y="391"/>
                      </a:cubicBezTo>
                      <a:close/>
                      <a:moveTo>
                        <a:pt x="23526" y="391"/>
                      </a:moveTo>
                      <a:lnTo>
                        <a:pt x="22519" y="391"/>
                      </a:lnTo>
                      <a:cubicBezTo>
                        <a:pt x="22398" y="391"/>
                        <a:pt x="22312" y="426"/>
                        <a:pt x="22317" y="460"/>
                      </a:cubicBezTo>
                      <a:lnTo>
                        <a:pt x="22381" y="817"/>
                      </a:lnTo>
                      <a:cubicBezTo>
                        <a:pt x="22386" y="858"/>
                        <a:pt x="22496" y="892"/>
                        <a:pt x="22617" y="892"/>
                      </a:cubicBezTo>
                      <a:lnTo>
                        <a:pt x="23647" y="892"/>
                      </a:lnTo>
                      <a:cubicBezTo>
                        <a:pt x="23768" y="892"/>
                        <a:pt x="23865" y="858"/>
                        <a:pt x="23848" y="817"/>
                      </a:cubicBezTo>
                      <a:lnTo>
                        <a:pt x="23768" y="460"/>
                      </a:lnTo>
                      <a:cubicBezTo>
                        <a:pt x="23756" y="420"/>
                        <a:pt x="23647" y="391"/>
                        <a:pt x="23526" y="391"/>
                      </a:cubicBezTo>
                      <a:close/>
                      <a:moveTo>
                        <a:pt x="25603" y="391"/>
                      </a:moveTo>
                      <a:lnTo>
                        <a:pt x="24596" y="391"/>
                      </a:lnTo>
                      <a:cubicBezTo>
                        <a:pt x="24475" y="391"/>
                        <a:pt x="24389" y="426"/>
                        <a:pt x="24395" y="460"/>
                      </a:cubicBezTo>
                      <a:lnTo>
                        <a:pt x="24481" y="817"/>
                      </a:lnTo>
                      <a:cubicBezTo>
                        <a:pt x="24487" y="858"/>
                        <a:pt x="24596" y="892"/>
                        <a:pt x="24723" y="892"/>
                      </a:cubicBezTo>
                      <a:lnTo>
                        <a:pt x="25753" y="892"/>
                      </a:lnTo>
                      <a:cubicBezTo>
                        <a:pt x="25874" y="892"/>
                        <a:pt x="25966" y="858"/>
                        <a:pt x="25954" y="817"/>
                      </a:cubicBezTo>
                      <a:lnTo>
                        <a:pt x="25857" y="460"/>
                      </a:lnTo>
                      <a:cubicBezTo>
                        <a:pt x="25834" y="420"/>
                        <a:pt x="25724" y="391"/>
                        <a:pt x="25603" y="391"/>
                      </a:cubicBezTo>
                      <a:close/>
                      <a:moveTo>
                        <a:pt x="27681" y="391"/>
                      </a:moveTo>
                      <a:lnTo>
                        <a:pt x="26674" y="391"/>
                      </a:lnTo>
                      <a:cubicBezTo>
                        <a:pt x="26553" y="391"/>
                        <a:pt x="26467" y="426"/>
                        <a:pt x="26484" y="460"/>
                      </a:cubicBezTo>
                      <a:lnTo>
                        <a:pt x="26587" y="817"/>
                      </a:lnTo>
                      <a:cubicBezTo>
                        <a:pt x="26605" y="858"/>
                        <a:pt x="26714" y="892"/>
                        <a:pt x="26835" y="892"/>
                      </a:cubicBezTo>
                      <a:lnTo>
                        <a:pt x="27865" y="892"/>
                      </a:lnTo>
                      <a:cubicBezTo>
                        <a:pt x="27986" y="892"/>
                        <a:pt x="28072" y="858"/>
                        <a:pt x="28055" y="817"/>
                      </a:cubicBezTo>
                      <a:lnTo>
                        <a:pt x="27928" y="460"/>
                      </a:lnTo>
                      <a:cubicBezTo>
                        <a:pt x="27911" y="420"/>
                        <a:pt x="27807" y="391"/>
                        <a:pt x="27681" y="391"/>
                      </a:cubicBezTo>
                      <a:close/>
                      <a:moveTo>
                        <a:pt x="30760" y="391"/>
                      </a:moveTo>
                      <a:lnTo>
                        <a:pt x="28745" y="391"/>
                      </a:lnTo>
                      <a:cubicBezTo>
                        <a:pt x="28625" y="391"/>
                        <a:pt x="28538" y="426"/>
                        <a:pt x="28561" y="460"/>
                      </a:cubicBezTo>
                      <a:lnTo>
                        <a:pt x="28699" y="817"/>
                      </a:lnTo>
                      <a:cubicBezTo>
                        <a:pt x="28711" y="858"/>
                        <a:pt x="28826" y="892"/>
                        <a:pt x="28947" y="892"/>
                      </a:cubicBezTo>
                      <a:lnTo>
                        <a:pt x="30990" y="892"/>
                      </a:lnTo>
                      <a:cubicBezTo>
                        <a:pt x="31116" y="892"/>
                        <a:pt x="31203" y="858"/>
                        <a:pt x="31180" y="817"/>
                      </a:cubicBezTo>
                      <a:lnTo>
                        <a:pt x="31019" y="460"/>
                      </a:lnTo>
                      <a:cubicBezTo>
                        <a:pt x="31001" y="420"/>
                        <a:pt x="30886" y="391"/>
                        <a:pt x="30760" y="391"/>
                      </a:cubicBezTo>
                      <a:close/>
                      <a:moveTo>
                        <a:pt x="30242" y="1565"/>
                      </a:moveTo>
                      <a:lnTo>
                        <a:pt x="31295" y="1565"/>
                      </a:lnTo>
                      <a:cubicBezTo>
                        <a:pt x="31416" y="1565"/>
                        <a:pt x="31502" y="1525"/>
                        <a:pt x="31479" y="1485"/>
                      </a:cubicBezTo>
                      <a:lnTo>
                        <a:pt x="31312" y="1117"/>
                      </a:lnTo>
                      <a:cubicBezTo>
                        <a:pt x="31295" y="1070"/>
                        <a:pt x="31180" y="1036"/>
                        <a:pt x="31053" y="1036"/>
                      </a:cubicBezTo>
                      <a:lnTo>
                        <a:pt x="30029" y="1036"/>
                      </a:lnTo>
                      <a:cubicBezTo>
                        <a:pt x="29902" y="1036"/>
                        <a:pt x="29816" y="1070"/>
                        <a:pt x="29833" y="1117"/>
                      </a:cubicBezTo>
                      <a:lnTo>
                        <a:pt x="29983" y="1485"/>
                      </a:lnTo>
                      <a:cubicBezTo>
                        <a:pt x="30006" y="1525"/>
                        <a:pt x="30121" y="1565"/>
                        <a:pt x="30242" y="1565"/>
                      </a:cubicBezTo>
                      <a:close/>
                      <a:moveTo>
                        <a:pt x="28095" y="1565"/>
                      </a:moveTo>
                      <a:lnTo>
                        <a:pt x="29143" y="1565"/>
                      </a:lnTo>
                      <a:cubicBezTo>
                        <a:pt x="29263" y="1565"/>
                        <a:pt x="29361" y="1525"/>
                        <a:pt x="29338" y="1485"/>
                      </a:cubicBezTo>
                      <a:lnTo>
                        <a:pt x="29194" y="1117"/>
                      </a:lnTo>
                      <a:cubicBezTo>
                        <a:pt x="29177" y="1070"/>
                        <a:pt x="29062" y="1036"/>
                        <a:pt x="28941" y="1036"/>
                      </a:cubicBezTo>
                      <a:lnTo>
                        <a:pt x="27911" y="1036"/>
                      </a:lnTo>
                      <a:cubicBezTo>
                        <a:pt x="27790" y="1036"/>
                        <a:pt x="27704" y="1070"/>
                        <a:pt x="27721" y="1117"/>
                      </a:cubicBezTo>
                      <a:lnTo>
                        <a:pt x="27848" y="1485"/>
                      </a:lnTo>
                      <a:cubicBezTo>
                        <a:pt x="27853" y="1525"/>
                        <a:pt x="27963" y="1565"/>
                        <a:pt x="28095" y="1565"/>
                      </a:cubicBezTo>
                      <a:close/>
                      <a:moveTo>
                        <a:pt x="25937" y="1565"/>
                      </a:moveTo>
                      <a:lnTo>
                        <a:pt x="26984" y="1565"/>
                      </a:lnTo>
                      <a:cubicBezTo>
                        <a:pt x="27105" y="1565"/>
                        <a:pt x="27203" y="1525"/>
                        <a:pt x="27186" y="1485"/>
                      </a:cubicBezTo>
                      <a:lnTo>
                        <a:pt x="27065" y="1117"/>
                      </a:lnTo>
                      <a:cubicBezTo>
                        <a:pt x="27048" y="1070"/>
                        <a:pt x="26944" y="1036"/>
                        <a:pt x="26812" y="1036"/>
                      </a:cubicBezTo>
                      <a:lnTo>
                        <a:pt x="25782" y="1036"/>
                      </a:lnTo>
                      <a:cubicBezTo>
                        <a:pt x="25661" y="1036"/>
                        <a:pt x="25569" y="1070"/>
                        <a:pt x="25580" y="1117"/>
                      </a:cubicBezTo>
                      <a:lnTo>
                        <a:pt x="25684" y="1485"/>
                      </a:lnTo>
                      <a:cubicBezTo>
                        <a:pt x="25707" y="1525"/>
                        <a:pt x="25810" y="1565"/>
                        <a:pt x="25937" y="1565"/>
                      </a:cubicBezTo>
                      <a:close/>
                      <a:moveTo>
                        <a:pt x="23785" y="1565"/>
                      </a:moveTo>
                      <a:lnTo>
                        <a:pt x="24832" y="1565"/>
                      </a:lnTo>
                      <a:cubicBezTo>
                        <a:pt x="24959" y="1565"/>
                        <a:pt x="25051" y="1525"/>
                        <a:pt x="25045" y="1485"/>
                      </a:cubicBezTo>
                      <a:lnTo>
                        <a:pt x="24947" y="1117"/>
                      </a:lnTo>
                      <a:cubicBezTo>
                        <a:pt x="24936" y="1070"/>
                        <a:pt x="24826" y="1036"/>
                        <a:pt x="24706" y="1036"/>
                      </a:cubicBezTo>
                      <a:lnTo>
                        <a:pt x="23675" y="1036"/>
                      </a:lnTo>
                      <a:cubicBezTo>
                        <a:pt x="23555" y="1036"/>
                        <a:pt x="23457" y="1070"/>
                        <a:pt x="23468" y="1117"/>
                      </a:cubicBezTo>
                      <a:lnTo>
                        <a:pt x="23543" y="1485"/>
                      </a:lnTo>
                      <a:cubicBezTo>
                        <a:pt x="23555" y="1525"/>
                        <a:pt x="23664" y="1565"/>
                        <a:pt x="23785" y="1565"/>
                      </a:cubicBezTo>
                      <a:close/>
                      <a:moveTo>
                        <a:pt x="21632" y="1565"/>
                      </a:moveTo>
                      <a:lnTo>
                        <a:pt x="22686" y="1565"/>
                      </a:lnTo>
                      <a:cubicBezTo>
                        <a:pt x="22806" y="1565"/>
                        <a:pt x="22899" y="1525"/>
                        <a:pt x="22893" y="1485"/>
                      </a:cubicBezTo>
                      <a:lnTo>
                        <a:pt x="22818" y="1117"/>
                      </a:lnTo>
                      <a:cubicBezTo>
                        <a:pt x="22812" y="1070"/>
                        <a:pt x="22703" y="1036"/>
                        <a:pt x="22582" y="1036"/>
                      </a:cubicBezTo>
                      <a:lnTo>
                        <a:pt x="21552" y="1036"/>
                      </a:lnTo>
                      <a:cubicBezTo>
                        <a:pt x="21431" y="1036"/>
                        <a:pt x="21339" y="1070"/>
                        <a:pt x="21345" y="1117"/>
                      </a:cubicBezTo>
                      <a:lnTo>
                        <a:pt x="21402" y="1485"/>
                      </a:lnTo>
                      <a:cubicBezTo>
                        <a:pt x="21397" y="1525"/>
                        <a:pt x="21506" y="1565"/>
                        <a:pt x="21632" y="1565"/>
                      </a:cubicBezTo>
                      <a:close/>
                      <a:moveTo>
                        <a:pt x="19474" y="1565"/>
                      </a:moveTo>
                      <a:lnTo>
                        <a:pt x="20528" y="1565"/>
                      </a:lnTo>
                      <a:cubicBezTo>
                        <a:pt x="20648" y="1565"/>
                        <a:pt x="20746" y="1525"/>
                        <a:pt x="20740" y="1485"/>
                      </a:cubicBezTo>
                      <a:lnTo>
                        <a:pt x="20689" y="1117"/>
                      </a:lnTo>
                      <a:cubicBezTo>
                        <a:pt x="20683" y="1070"/>
                        <a:pt x="20585" y="1036"/>
                        <a:pt x="20459" y="1036"/>
                      </a:cubicBezTo>
                      <a:lnTo>
                        <a:pt x="19434" y="1036"/>
                      </a:lnTo>
                      <a:cubicBezTo>
                        <a:pt x="19308" y="1036"/>
                        <a:pt x="19210" y="1070"/>
                        <a:pt x="19215" y="1117"/>
                      </a:cubicBezTo>
                      <a:lnTo>
                        <a:pt x="19250" y="1485"/>
                      </a:lnTo>
                      <a:cubicBezTo>
                        <a:pt x="19244" y="1525"/>
                        <a:pt x="19354" y="1565"/>
                        <a:pt x="19474" y="1565"/>
                      </a:cubicBezTo>
                      <a:close/>
                      <a:moveTo>
                        <a:pt x="17322" y="1565"/>
                      </a:moveTo>
                      <a:lnTo>
                        <a:pt x="18375" y="1565"/>
                      </a:lnTo>
                      <a:cubicBezTo>
                        <a:pt x="18496" y="1565"/>
                        <a:pt x="18600" y="1525"/>
                        <a:pt x="18600" y="1485"/>
                      </a:cubicBezTo>
                      <a:lnTo>
                        <a:pt x="18565" y="1117"/>
                      </a:lnTo>
                      <a:cubicBezTo>
                        <a:pt x="18565" y="1070"/>
                        <a:pt x="18462" y="1036"/>
                        <a:pt x="18335" y="1036"/>
                      </a:cubicBezTo>
                      <a:lnTo>
                        <a:pt x="17311" y="1036"/>
                      </a:lnTo>
                      <a:cubicBezTo>
                        <a:pt x="17184" y="1036"/>
                        <a:pt x="17086" y="1070"/>
                        <a:pt x="17086" y="1117"/>
                      </a:cubicBezTo>
                      <a:lnTo>
                        <a:pt x="17092" y="1485"/>
                      </a:lnTo>
                      <a:cubicBezTo>
                        <a:pt x="17092" y="1525"/>
                        <a:pt x="17201" y="1565"/>
                        <a:pt x="17322" y="1565"/>
                      </a:cubicBezTo>
                      <a:close/>
                      <a:moveTo>
                        <a:pt x="15170" y="1565"/>
                      </a:moveTo>
                      <a:lnTo>
                        <a:pt x="16223" y="1565"/>
                      </a:lnTo>
                      <a:cubicBezTo>
                        <a:pt x="16344" y="1565"/>
                        <a:pt x="16447" y="1525"/>
                        <a:pt x="16447" y="1485"/>
                      </a:cubicBezTo>
                      <a:lnTo>
                        <a:pt x="16447" y="1117"/>
                      </a:lnTo>
                      <a:cubicBezTo>
                        <a:pt x="16447" y="1070"/>
                        <a:pt x="16344" y="1036"/>
                        <a:pt x="16223" y="1036"/>
                      </a:cubicBezTo>
                      <a:lnTo>
                        <a:pt x="15193" y="1036"/>
                      </a:lnTo>
                      <a:cubicBezTo>
                        <a:pt x="15072" y="1036"/>
                        <a:pt x="14968" y="1070"/>
                        <a:pt x="14968" y="1117"/>
                      </a:cubicBezTo>
                      <a:lnTo>
                        <a:pt x="14957" y="1485"/>
                      </a:lnTo>
                      <a:cubicBezTo>
                        <a:pt x="14945" y="1525"/>
                        <a:pt x="15043" y="1565"/>
                        <a:pt x="15170" y="1565"/>
                      </a:cubicBezTo>
                      <a:close/>
                      <a:moveTo>
                        <a:pt x="13012" y="1565"/>
                      </a:moveTo>
                      <a:lnTo>
                        <a:pt x="14065" y="1565"/>
                      </a:lnTo>
                      <a:cubicBezTo>
                        <a:pt x="14186" y="1565"/>
                        <a:pt x="14295" y="1525"/>
                        <a:pt x="14295" y="1485"/>
                      </a:cubicBezTo>
                      <a:lnTo>
                        <a:pt x="14318" y="1117"/>
                      </a:lnTo>
                      <a:cubicBezTo>
                        <a:pt x="14318" y="1070"/>
                        <a:pt x="14220" y="1036"/>
                        <a:pt x="14099" y="1036"/>
                      </a:cubicBezTo>
                      <a:lnTo>
                        <a:pt x="13069" y="1036"/>
                      </a:lnTo>
                      <a:cubicBezTo>
                        <a:pt x="12948" y="1036"/>
                        <a:pt x="12851" y="1070"/>
                        <a:pt x="12839" y="1117"/>
                      </a:cubicBezTo>
                      <a:lnTo>
                        <a:pt x="12805" y="1485"/>
                      </a:lnTo>
                      <a:cubicBezTo>
                        <a:pt x="12793" y="1525"/>
                        <a:pt x="12891" y="1565"/>
                        <a:pt x="13012" y="1565"/>
                      </a:cubicBezTo>
                      <a:close/>
                      <a:moveTo>
                        <a:pt x="10865" y="1565"/>
                      </a:moveTo>
                      <a:lnTo>
                        <a:pt x="11913" y="1565"/>
                      </a:lnTo>
                      <a:cubicBezTo>
                        <a:pt x="12039" y="1565"/>
                        <a:pt x="12143" y="1525"/>
                        <a:pt x="12154" y="1485"/>
                      </a:cubicBezTo>
                      <a:lnTo>
                        <a:pt x="12195" y="1117"/>
                      </a:lnTo>
                      <a:cubicBezTo>
                        <a:pt x="12200" y="1070"/>
                        <a:pt x="12103" y="1036"/>
                        <a:pt x="11982" y="1036"/>
                      </a:cubicBezTo>
                      <a:lnTo>
                        <a:pt x="10952" y="1036"/>
                      </a:lnTo>
                      <a:cubicBezTo>
                        <a:pt x="10831" y="1036"/>
                        <a:pt x="10721" y="1070"/>
                        <a:pt x="10710" y="1117"/>
                      </a:cubicBezTo>
                      <a:lnTo>
                        <a:pt x="10647" y="1485"/>
                      </a:lnTo>
                      <a:cubicBezTo>
                        <a:pt x="10641" y="1525"/>
                        <a:pt x="10744" y="1565"/>
                        <a:pt x="10865" y="1565"/>
                      </a:cubicBezTo>
                      <a:close/>
                      <a:moveTo>
                        <a:pt x="8713" y="1565"/>
                      </a:moveTo>
                      <a:lnTo>
                        <a:pt x="9766" y="1565"/>
                      </a:lnTo>
                      <a:cubicBezTo>
                        <a:pt x="9887" y="1565"/>
                        <a:pt x="9990" y="1525"/>
                        <a:pt x="10008" y="1485"/>
                      </a:cubicBezTo>
                      <a:lnTo>
                        <a:pt x="10083" y="1117"/>
                      </a:lnTo>
                      <a:cubicBezTo>
                        <a:pt x="10088" y="1070"/>
                        <a:pt x="9996" y="1036"/>
                        <a:pt x="9870" y="1036"/>
                      </a:cubicBezTo>
                      <a:lnTo>
                        <a:pt x="8828" y="1036"/>
                      </a:lnTo>
                      <a:cubicBezTo>
                        <a:pt x="8707" y="1036"/>
                        <a:pt x="8598" y="1070"/>
                        <a:pt x="8592" y="1117"/>
                      </a:cubicBezTo>
                      <a:lnTo>
                        <a:pt x="8506" y="1485"/>
                      </a:lnTo>
                      <a:cubicBezTo>
                        <a:pt x="8488" y="1525"/>
                        <a:pt x="8586" y="1565"/>
                        <a:pt x="8713" y="1565"/>
                      </a:cubicBezTo>
                      <a:close/>
                      <a:moveTo>
                        <a:pt x="6555" y="1565"/>
                      </a:moveTo>
                      <a:lnTo>
                        <a:pt x="7608" y="1565"/>
                      </a:lnTo>
                      <a:cubicBezTo>
                        <a:pt x="7729" y="1565"/>
                        <a:pt x="7844" y="1525"/>
                        <a:pt x="7850" y="1485"/>
                      </a:cubicBezTo>
                      <a:lnTo>
                        <a:pt x="7942" y="1117"/>
                      </a:lnTo>
                      <a:cubicBezTo>
                        <a:pt x="7959" y="1070"/>
                        <a:pt x="7867" y="1036"/>
                        <a:pt x="7740" y="1036"/>
                      </a:cubicBezTo>
                      <a:lnTo>
                        <a:pt x="6716" y="1036"/>
                      </a:lnTo>
                      <a:cubicBezTo>
                        <a:pt x="6589" y="1036"/>
                        <a:pt x="6486" y="1070"/>
                        <a:pt x="6469" y="1117"/>
                      </a:cubicBezTo>
                      <a:lnTo>
                        <a:pt x="6359" y="1485"/>
                      </a:lnTo>
                      <a:cubicBezTo>
                        <a:pt x="6342" y="1525"/>
                        <a:pt x="6434" y="1565"/>
                        <a:pt x="6555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25"/>
                        <a:pt x="5709" y="1485"/>
                      </a:cubicBezTo>
                      <a:lnTo>
                        <a:pt x="5818" y="1117"/>
                      </a:lnTo>
                      <a:cubicBezTo>
                        <a:pt x="5836" y="1070"/>
                        <a:pt x="5749" y="1036"/>
                        <a:pt x="5617" y="1036"/>
                      </a:cubicBezTo>
                      <a:lnTo>
                        <a:pt x="4592" y="1036"/>
                      </a:lnTo>
                      <a:cubicBezTo>
                        <a:pt x="4466" y="1036"/>
                        <a:pt x="4351" y="1070"/>
                        <a:pt x="4339" y="1117"/>
                      </a:cubicBezTo>
                      <a:lnTo>
                        <a:pt x="4207" y="1485"/>
                      </a:lnTo>
                      <a:cubicBezTo>
                        <a:pt x="4190" y="1525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8" y="1565"/>
                        <a:pt x="3534" y="1525"/>
                        <a:pt x="3557" y="1485"/>
                      </a:cubicBezTo>
                      <a:lnTo>
                        <a:pt x="3695" y="1117"/>
                      </a:lnTo>
                      <a:cubicBezTo>
                        <a:pt x="3706" y="1070"/>
                        <a:pt x="3620" y="1036"/>
                        <a:pt x="3499" y="1036"/>
                      </a:cubicBezTo>
                      <a:lnTo>
                        <a:pt x="1439" y="1036"/>
                      </a:lnTo>
                      <a:cubicBezTo>
                        <a:pt x="1318" y="1036"/>
                        <a:pt x="1203" y="1070"/>
                        <a:pt x="1180" y="1117"/>
                      </a:cubicBezTo>
                      <a:lnTo>
                        <a:pt x="1019" y="1485"/>
                      </a:lnTo>
                      <a:cubicBezTo>
                        <a:pt x="1001" y="1525"/>
                        <a:pt x="1088" y="1565"/>
                        <a:pt x="1209" y="1565"/>
                      </a:cubicBezTo>
                      <a:close/>
                      <a:moveTo>
                        <a:pt x="26720" y="2268"/>
                      </a:moveTo>
                      <a:lnTo>
                        <a:pt x="27790" y="2268"/>
                      </a:lnTo>
                      <a:cubicBezTo>
                        <a:pt x="27923" y="2268"/>
                        <a:pt x="28009" y="2233"/>
                        <a:pt x="27992" y="2181"/>
                      </a:cubicBezTo>
                      <a:lnTo>
                        <a:pt x="27865" y="1801"/>
                      </a:lnTo>
                      <a:cubicBezTo>
                        <a:pt x="27848" y="1755"/>
                        <a:pt x="27733" y="1721"/>
                        <a:pt x="27612" y="1721"/>
                      </a:cubicBezTo>
                      <a:lnTo>
                        <a:pt x="26559" y="1721"/>
                      </a:lnTo>
                      <a:cubicBezTo>
                        <a:pt x="26438" y="1721"/>
                        <a:pt x="26346" y="1755"/>
                        <a:pt x="26357" y="1801"/>
                      </a:cubicBezTo>
                      <a:lnTo>
                        <a:pt x="26472" y="2181"/>
                      </a:lnTo>
                      <a:cubicBezTo>
                        <a:pt x="26472" y="2233"/>
                        <a:pt x="26587" y="2268"/>
                        <a:pt x="26720" y="2268"/>
                      </a:cubicBezTo>
                      <a:close/>
                      <a:moveTo>
                        <a:pt x="24516" y="2268"/>
                      </a:moveTo>
                      <a:lnTo>
                        <a:pt x="25592" y="2268"/>
                      </a:lnTo>
                      <a:cubicBezTo>
                        <a:pt x="25718" y="2268"/>
                        <a:pt x="25810" y="2233"/>
                        <a:pt x="25799" y="2181"/>
                      </a:cubicBezTo>
                      <a:lnTo>
                        <a:pt x="25690" y="1801"/>
                      </a:lnTo>
                      <a:cubicBezTo>
                        <a:pt x="25678" y="1755"/>
                        <a:pt x="25569" y="1721"/>
                        <a:pt x="25436" y="1721"/>
                      </a:cubicBezTo>
                      <a:lnTo>
                        <a:pt x="24389" y="1721"/>
                      </a:lnTo>
                      <a:cubicBezTo>
                        <a:pt x="24268" y="1721"/>
                        <a:pt x="24170" y="1755"/>
                        <a:pt x="24182" y="1801"/>
                      </a:cubicBezTo>
                      <a:lnTo>
                        <a:pt x="24268" y="2181"/>
                      </a:lnTo>
                      <a:cubicBezTo>
                        <a:pt x="24280" y="2233"/>
                        <a:pt x="24389" y="2268"/>
                        <a:pt x="24516" y="2268"/>
                      </a:cubicBezTo>
                      <a:close/>
                      <a:moveTo>
                        <a:pt x="22317" y="2268"/>
                      </a:moveTo>
                      <a:lnTo>
                        <a:pt x="23388" y="2268"/>
                      </a:lnTo>
                      <a:cubicBezTo>
                        <a:pt x="23520" y="2268"/>
                        <a:pt x="23612" y="2233"/>
                        <a:pt x="23606" y="2181"/>
                      </a:cubicBezTo>
                      <a:lnTo>
                        <a:pt x="23526" y="1801"/>
                      </a:lnTo>
                      <a:cubicBezTo>
                        <a:pt x="23520" y="1755"/>
                        <a:pt x="23405" y="1721"/>
                        <a:pt x="23278" y="1721"/>
                      </a:cubicBezTo>
                      <a:lnTo>
                        <a:pt x="22231" y="1721"/>
                      </a:lnTo>
                      <a:cubicBezTo>
                        <a:pt x="22110" y="1721"/>
                        <a:pt x="22007" y="1755"/>
                        <a:pt x="22012" y="1801"/>
                      </a:cubicBezTo>
                      <a:lnTo>
                        <a:pt x="22081" y="2181"/>
                      </a:lnTo>
                      <a:cubicBezTo>
                        <a:pt x="22081" y="2233"/>
                        <a:pt x="22185" y="2268"/>
                        <a:pt x="22317" y="2268"/>
                      </a:cubicBezTo>
                      <a:close/>
                      <a:moveTo>
                        <a:pt x="20113" y="2268"/>
                      </a:moveTo>
                      <a:lnTo>
                        <a:pt x="21189" y="2268"/>
                      </a:lnTo>
                      <a:cubicBezTo>
                        <a:pt x="21316" y="2268"/>
                        <a:pt x="21408" y="2233"/>
                        <a:pt x="21402" y="2181"/>
                      </a:cubicBezTo>
                      <a:lnTo>
                        <a:pt x="21345" y="1801"/>
                      </a:lnTo>
                      <a:cubicBezTo>
                        <a:pt x="21339" y="1755"/>
                        <a:pt x="21230" y="1721"/>
                        <a:pt x="21109" y="1721"/>
                      </a:cubicBezTo>
                      <a:lnTo>
                        <a:pt x="20056" y="1721"/>
                      </a:lnTo>
                      <a:cubicBezTo>
                        <a:pt x="19935" y="1721"/>
                        <a:pt x="19837" y="1755"/>
                        <a:pt x="19843" y="1801"/>
                      </a:cubicBezTo>
                      <a:lnTo>
                        <a:pt x="19883" y="2181"/>
                      </a:lnTo>
                      <a:cubicBezTo>
                        <a:pt x="19883" y="2233"/>
                        <a:pt x="19992" y="2268"/>
                        <a:pt x="20113" y="2268"/>
                      </a:cubicBezTo>
                      <a:close/>
                      <a:moveTo>
                        <a:pt x="17915" y="2268"/>
                      </a:moveTo>
                      <a:lnTo>
                        <a:pt x="18985" y="2268"/>
                      </a:lnTo>
                      <a:cubicBezTo>
                        <a:pt x="19118" y="2268"/>
                        <a:pt x="19215" y="2233"/>
                        <a:pt x="19210" y="2181"/>
                      </a:cubicBezTo>
                      <a:lnTo>
                        <a:pt x="19175" y="1801"/>
                      </a:lnTo>
                      <a:cubicBezTo>
                        <a:pt x="19164" y="1755"/>
                        <a:pt x="19066" y="1721"/>
                        <a:pt x="18933" y="1721"/>
                      </a:cubicBezTo>
                      <a:lnTo>
                        <a:pt x="17892" y="1721"/>
                      </a:lnTo>
                      <a:cubicBezTo>
                        <a:pt x="17771" y="1721"/>
                        <a:pt x="17667" y="1755"/>
                        <a:pt x="17667" y="1801"/>
                      </a:cubicBezTo>
                      <a:lnTo>
                        <a:pt x="17685" y="2181"/>
                      </a:lnTo>
                      <a:cubicBezTo>
                        <a:pt x="17685" y="2233"/>
                        <a:pt x="17794" y="2268"/>
                        <a:pt x="17915" y="2268"/>
                      </a:cubicBezTo>
                      <a:close/>
                      <a:moveTo>
                        <a:pt x="15722" y="2268"/>
                      </a:moveTo>
                      <a:lnTo>
                        <a:pt x="16793" y="2268"/>
                      </a:lnTo>
                      <a:cubicBezTo>
                        <a:pt x="16919" y="2268"/>
                        <a:pt x="17023" y="2233"/>
                        <a:pt x="17023" y="2181"/>
                      </a:cubicBezTo>
                      <a:lnTo>
                        <a:pt x="17017" y="1801"/>
                      </a:lnTo>
                      <a:cubicBezTo>
                        <a:pt x="17017" y="1755"/>
                        <a:pt x="16914" y="1721"/>
                        <a:pt x="16787" y="1721"/>
                      </a:cubicBezTo>
                      <a:lnTo>
                        <a:pt x="15734" y="1721"/>
                      </a:lnTo>
                      <a:cubicBezTo>
                        <a:pt x="15613" y="1721"/>
                        <a:pt x="15504" y="1755"/>
                        <a:pt x="15504" y="1801"/>
                      </a:cubicBezTo>
                      <a:lnTo>
                        <a:pt x="15498" y="2181"/>
                      </a:lnTo>
                      <a:cubicBezTo>
                        <a:pt x="15492" y="2233"/>
                        <a:pt x="15590" y="2268"/>
                        <a:pt x="15722" y="2268"/>
                      </a:cubicBezTo>
                      <a:close/>
                      <a:moveTo>
                        <a:pt x="13518" y="2268"/>
                      </a:moveTo>
                      <a:lnTo>
                        <a:pt x="14589" y="2268"/>
                      </a:lnTo>
                      <a:cubicBezTo>
                        <a:pt x="14721" y="2268"/>
                        <a:pt x="14819" y="2233"/>
                        <a:pt x="14830" y="2181"/>
                      </a:cubicBezTo>
                      <a:lnTo>
                        <a:pt x="14842" y="1801"/>
                      </a:lnTo>
                      <a:cubicBezTo>
                        <a:pt x="14842" y="1755"/>
                        <a:pt x="14738" y="1721"/>
                        <a:pt x="14617" y="1721"/>
                      </a:cubicBezTo>
                      <a:lnTo>
                        <a:pt x="13570" y="1721"/>
                      </a:lnTo>
                      <a:cubicBezTo>
                        <a:pt x="13449" y="1721"/>
                        <a:pt x="13340" y="1755"/>
                        <a:pt x="13334" y="1801"/>
                      </a:cubicBezTo>
                      <a:lnTo>
                        <a:pt x="13294" y="2181"/>
                      </a:lnTo>
                      <a:cubicBezTo>
                        <a:pt x="13288" y="2233"/>
                        <a:pt x="13392" y="2268"/>
                        <a:pt x="13518" y="2268"/>
                      </a:cubicBezTo>
                      <a:close/>
                      <a:moveTo>
                        <a:pt x="11320" y="2268"/>
                      </a:moveTo>
                      <a:lnTo>
                        <a:pt x="12390" y="2268"/>
                      </a:lnTo>
                      <a:cubicBezTo>
                        <a:pt x="12517" y="2268"/>
                        <a:pt x="12626" y="2233"/>
                        <a:pt x="12626" y="2181"/>
                      </a:cubicBezTo>
                      <a:lnTo>
                        <a:pt x="12672" y="1801"/>
                      </a:lnTo>
                      <a:cubicBezTo>
                        <a:pt x="12678" y="1755"/>
                        <a:pt x="12574" y="1721"/>
                        <a:pt x="12454" y="1721"/>
                      </a:cubicBezTo>
                      <a:lnTo>
                        <a:pt x="11406" y="1721"/>
                      </a:lnTo>
                      <a:cubicBezTo>
                        <a:pt x="11280" y="1721"/>
                        <a:pt x="11176" y="1755"/>
                        <a:pt x="11164" y="1801"/>
                      </a:cubicBezTo>
                      <a:lnTo>
                        <a:pt x="11107" y="2181"/>
                      </a:lnTo>
                      <a:cubicBezTo>
                        <a:pt x="11090" y="2233"/>
                        <a:pt x="11187" y="2268"/>
                        <a:pt x="11320" y="2268"/>
                      </a:cubicBezTo>
                      <a:close/>
                      <a:moveTo>
                        <a:pt x="9116" y="2268"/>
                      </a:moveTo>
                      <a:lnTo>
                        <a:pt x="10186" y="2268"/>
                      </a:lnTo>
                      <a:cubicBezTo>
                        <a:pt x="10319" y="2268"/>
                        <a:pt x="10428" y="2233"/>
                        <a:pt x="10434" y="2181"/>
                      </a:cubicBezTo>
                      <a:lnTo>
                        <a:pt x="10497" y="1801"/>
                      </a:lnTo>
                      <a:cubicBezTo>
                        <a:pt x="10503" y="1755"/>
                        <a:pt x="10411" y="1721"/>
                        <a:pt x="10284" y="1721"/>
                      </a:cubicBezTo>
                      <a:lnTo>
                        <a:pt x="9231" y="1721"/>
                      </a:lnTo>
                      <a:cubicBezTo>
                        <a:pt x="9110" y="1721"/>
                        <a:pt x="8995" y="1755"/>
                        <a:pt x="8989" y="1801"/>
                      </a:cubicBezTo>
                      <a:lnTo>
                        <a:pt x="8909" y="2181"/>
                      </a:lnTo>
                      <a:cubicBezTo>
                        <a:pt x="8891" y="2233"/>
                        <a:pt x="8983" y="2268"/>
                        <a:pt x="9116" y="2268"/>
                      </a:cubicBezTo>
                      <a:close/>
                      <a:moveTo>
                        <a:pt x="6917" y="2268"/>
                      </a:moveTo>
                      <a:lnTo>
                        <a:pt x="7988" y="2268"/>
                      </a:lnTo>
                      <a:cubicBezTo>
                        <a:pt x="8114" y="2268"/>
                        <a:pt x="8224" y="2233"/>
                        <a:pt x="8241" y="2181"/>
                      </a:cubicBezTo>
                      <a:lnTo>
                        <a:pt x="8327" y="1801"/>
                      </a:lnTo>
                      <a:cubicBezTo>
                        <a:pt x="8333" y="1755"/>
                        <a:pt x="8247" y="1721"/>
                        <a:pt x="8114" y="1721"/>
                      </a:cubicBezTo>
                      <a:lnTo>
                        <a:pt x="7067" y="1721"/>
                      </a:lnTo>
                      <a:cubicBezTo>
                        <a:pt x="6946" y="1721"/>
                        <a:pt x="6825" y="1755"/>
                        <a:pt x="6814" y="1801"/>
                      </a:cubicBezTo>
                      <a:lnTo>
                        <a:pt x="6704" y="2181"/>
                      </a:lnTo>
                      <a:cubicBezTo>
                        <a:pt x="6693" y="2233"/>
                        <a:pt x="6785" y="2268"/>
                        <a:pt x="6917" y="2268"/>
                      </a:cubicBezTo>
                      <a:close/>
                      <a:moveTo>
                        <a:pt x="4713" y="2268"/>
                      </a:moveTo>
                      <a:lnTo>
                        <a:pt x="5784" y="2268"/>
                      </a:lnTo>
                      <a:cubicBezTo>
                        <a:pt x="5916" y="2268"/>
                        <a:pt x="6031" y="2233"/>
                        <a:pt x="6043" y="2181"/>
                      </a:cubicBezTo>
                      <a:lnTo>
                        <a:pt x="6158" y="1801"/>
                      </a:lnTo>
                      <a:cubicBezTo>
                        <a:pt x="6175" y="1755"/>
                        <a:pt x="6083" y="1721"/>
                        <a:pt x="5956" y="1721"/>
                      </a:cubicBezTo>
                      <a:lnTo>
                        <a:pt x="4909" y="1721"/>
                      </a:lnTo>
                      <a:cubicBezTo>
                        <a:pt x="4788" y="1721"/>
                        <a:pt x="4667" y="1755"/>
                        <a:pt x="4656" y="1801"/>
                      </a:cubicBezTo>
                      <a:lnTo>
                        <a:pt x="4523" y="2181"/>
                      </a:lnTo>
                      <a:cubicBezTo>
                        <a:pt x="4500" y="2233"/>
                        <a:pt x="4587" y="2268"/>
                        <a:pt x="4713" y="2268"/>
                      </a:cubicBezTo>
                      <a:close/>
                      <a:moveTo>
                        <a:pt x="892" y="2268"/>
                      </a:moveTo>
                      <a:lnTo>
                        <a:pt x="3585" y="2268"/>
                      </a:lnTo>
                      <a:cubicBezTo>
                        <a:pt x="3712" y="2268"/>
                        <a:pt x="3827" y="2233"/>
                        <a:pt x="3844" y="2181"/>
                      </a:cubicBezTo>
                      <a:lnTo>
                        <a:pt x="3982" y="1801"/>
                      </a:lnTo>
                      <a:cubicBezTo>
                        <a:pt x="3994" y="1755"/>
                        <a:pt x="3908" y="1721"/>
                        <a:pt x="3787" y="1721"/>
                      </a:cubicBezTo>
                      <a:lnTo>
                        <a:pt x="1140" y="1721"/>
                      </a:lnTo>
                      <a:cubicBezTo>
                        <a:pt x="1019" y="1721"/>
                        <a:pt x="892" y="1755"/>
                        <a:pt x="875" y="1801"/>
                      </a:cubicBezTo>
                      <a:lnTo>
                        <a:pt x="702" y="2181"/>
                      </a:lnTo>
                      <a:cubicBezTo>
                        <a:pt x="679" y="2233"/>
                        <a:pt x="766" y="2268"/>
                        <a:pt x="892" y="2268"/>
                      </a:cubicBezTo>
                      <a:close/>
                      <a:moveTo>
                        <a:pt x="28918" y="2268"/>
                      </a:moveTo>
                      <a:lnTo>
                        <a:pt x="31611" y="2268"/>
                      </a:lnTo>
                      <a:cubicBezTo>
                        <a:pt x="31738" y="2268"/>
                        <a:pt x="31824" y="2233"/>
                        <a:pt x="31807" y="2181"/>
                      </a:cubicBezTo>
                      <a:lnTo>
                        <a:pt x="31634" y="1801"/>
                      </a:lnTo>
                      <a:cubicBezTo>
                        <a:pt x="31611" y="1755"/>
                        <a:pt x="31496" y="1721"/>
                        <a:pt x="31364" y="1721"/>
                      </a:cubicBezTo>
                      <a:lnTo>
                        <a:pt x="28717" y="1721"/>
                      </a:lnTo>
                      <a:cubicBezTo>
                        <a:pt x="28596" y="1721"/>
                        <a:pt x="28504" y="1755"/>
                        <a:pt x="28527" y="1801"/>
                      </a:cubicBezTo>
                      <a:lnTo>
                        <a:pt x="28659" y="2181"/>
                      </a:lnTo>
                      <a:cubicBezTo>
                        <a:pt x="28676" y="2233"/>
                        <a:pt x="28791" y="2268"/>
                        <a:pt x="28918" y="2268"/>
                      </a:cubicBezTo>
                      <a:close/>
                      <a:moveTo>
                        <a:pt x="25828" y="3004"/>
                      </a:moveTo>
                      <a:lnTo>
                        <a:pt x="26921" y="3004"/>
                      </a:lnTo>
                      <a:cubicBezTo>
                        <a:pt x="27048" y="3004"/>
                        <a:pt x="27146" y="2964"/>
                        <a:pt x="27128" y="2918"/>
                      </a:cubicBezTo>
                      <a:lnTo>
                        <a:pt x="27008" y="2521"/>
                      </a:lnTo>
                      <a:cubicBezTo>
                        <a:pt x="26990" y="2469"/>
                        <a:pt x="26875" y="2434"/>
                        <a:pt x="26749" y="2434"/>
                      </a:cubicBezTo>
                      <a:lnTo>
                        <a:pt x="25678" y="2434"/>
                      </a:lnTo>
                      <a:cubicBezTo>
                        <a:pt x="25546" y="2434"/>
                        <a:pt x="25454" y="2469"/>
                        <a:pt x="25465" y="2521"/>
                      </a:cubicBezTo>
                      <a:lnTo>
                        <a:pt x="25575" y="2918"/>
                      </a:lnTo>
                      <a:cubicBezTo>
                        <a:pt x="25580" y="2958"/>
                        <a:pt x="25695" y="3004"/>
                        <a:pt x="25828" y="3004"/>
                      </a:cubicBezTo>
                      <a:close/>
                      <a:moveTo>
                        <a:pt x="23583" y="3004"/>
                      </a:moveTo>
                      <a:lnTo>
                        <a:pt x="24677" y="3004"/>
                      </a:lnTo>
                      <a:cubicBezTo>
                        <a:pt x="24803" y="3004"/>
                        <a:pt x="24895" y="2964"/>
                        <a:pt x="24890" y="2918"/>
                      </a:cubicBezTo>
                      <a:lnTo>
                        <a:pt x="24792" y="2521"/>
                      </a:lnTo>
                      <a:cubicBezTo>
                        <a:pt x="24775" y="2469"/>
                        <a:pt x="24671" y="2434"/>
                        <a:pt x="24539" y="2434"/>
                      </a:cubicBezTo>
                      <a:lnTo>
                        <a:pt x="23468" y="2434"/>
                      </a:lnTo>
                      <a:cubicBezTo>
                        <a:pt x="23336" y="2434"/>
                        <a:pt x="23244" y="2469"/>
                        <a:pt x="23250" y="2521"/>
                      </a:cubicBezTo>
                      <a:lnTo>
                        <a:pt x="23330" y="2918"/>
                      </a:lnTo>
                      <a:cubicBezTo>
                        <a:pt x="23336" y="2958"/>
                        <a:pt x="23451" y="3004"/>
                        <a:pt x="23583" y="3004"/>
                      </a:cubicBezTo>
                      <a:close/>
                      <a:moveTo>
                        <a:pt x="21333" y="3004"/>
                      </a:moveTo>
                      <a:lnTo>
                        <a:pt x="22427" y="3004"/>
                      </a:lnTo>
                      <a:cubicBezTo>
                        <a:pt x="22553" y="3004"/>
                        <a:pt x="22657" y="2964"/>
                        <a:pt x="22645" y="2918"/>
                      </a:cubicBezTo>
                      <a:lnTo>
                        <a:pt x="22576" y="2521"/>
                      </a:lnTo>
                      <a:cubicBezTo>
                        <a:pt x="22571" y="2469"/>
                        <a:pt x="22455" y="2434"/>
                        <a:pt x="22329" y="2434"/>
                      </a:cubicBezTo>
                      <a:lnTo>
                        <a:pt x="21258" y="2434"/>
                      </a:lnTo>
                      <a:cubicBezTo>
                        <a:pt x="21126" y="2434"/>
                        <a:pt x="21028" y="2469"/>
                        <a:pt x="21034" y="2521"/>
                      </a:cubicBezTo>
                      <a:lnTo>
                        <a:pt x="21092" y="2918"/>
                      </a:lnTo>
                      <a:cubicBezTo>
                        <a:pt x="21086" y="2958"/>
                        <a:pt x="21201" y="3004"/>
                        <a:pt x="21333" y="3004"/>
                      </a:cubicBezTo>
                      <a:close/>
                      <a:moveTo>
                        <a:pt x="19077" y="3004"/>
                      </a:moveTo>
                      <a:lnTo>
                        <a:pt x="20171" y="3004"/>
                      </a:lnTo>
                      <a:cubicBezTo>
                        <a:pt x="20303" y="3004"/>
                        <a:pt x="20401" y="2964"/>
                        <a:pt x="20395" y="2918"/>
                      </a:cubicBezTo>
                      <a:lnTo>
                        <a:pt x="20343" y="2521"/>
                      </a:lnTo>
                      <a:cubicBezTo>
                        <a:pt x="20338" y="2469"/>
                        <a:pt x="20228" y="2434"/>
                        <a:pt x="20102" y="2434"/>
                      </a:cubicBezTo>
                      <a:lnTo>
                        <a:pt x="19031" y="2434"/>
                      </a:lnTo>
                      <a:cubicBezTo>
                        <a:pt x="18899" y="2434"/>
                        <a:pt x="18801" y="2469"/>
                        <a:pt x="18807" y="2521"/>
                      </a:cubicBezTo>
                      <a:lnTo>
                        <a:pt x="18836" y="2918"/>
                      </a:lnTo>
                      <a:cubicBezTo>
                        <a:pt x="18841" y="2958"/>
                        <a:pt x="18951" y="3004"/>
                        <a:pt x="19077" y="3004"/>
                      </a:cubicBezTo>
                      <a:close/>
                      <a:moveTo>
                        <a:pt x="16827" y="3004"/>
                      </a:moveTo>
                      <a:lnTo>
                        <a:pt x="17921" y="3004"/>
                      </a:lnTo>
                      <a:cubicBezTo>
                        <a:pt x="18047" y="3004"/>
                        <a:pt x="18157" y="2964"/>
                        <a:pt x="18151" y="2918"/>
                      </a:cubicBezTo>
                      <a:lnTo>
                        <a:pt x="18128" y="2521"/>
                      </a:lnTo>
                      <a:cubicBezTo>
                        <a:pt x="18128" y="2469"/>
                        <a:pt x="18018" y="2434"/>
                        <a:pt x="17892" y="2434"/>
                      </a:cubicBezTo>
                      <a:lnTo>
                        <a:pt x="16821" y="2434"/>
                      </a:lnTo>
                      <a:cubicBezTo>
                        <a:pt x="16689" y="2434"/>
                        <a:pt x="16591" y="2469"/>
                        <a:pt x="16591" y="2521"/>
                      </a:cubicBezTo>
                      <a:lnTo>
                        <a:pt x="16597" y="2918"/>
                      </a:lnTo>
                      <a:cubicBezTo>
                        <a:pt x="16591" y="2958"/>
                        <a:pt x="16701" y="3004"/>
                        <a:pt x="16827" y="3004"/>
                      </a:cubicBezTo>
                      <a:close/>
                      <a:moveTo>
                        <a:pt x="14583" y="3004"/>
                      </a:moveTo>
                      <a:lnTo>
                        <a:pt x="15676" y="3004"/>
                      </a:lnTo>
                      <a:cubicBezTo>
                        <a:pt x="15809" y="3004"/>
                        <a:pt x="15912" y="2964"/>
                        <a:pt x="15912" y="2918"/>
                      </a:cubicBezTo>
                      <a:lnTo>
                        <a:pt x="15924" y="2521"/>
                      </a:lnTo>
                      <a:cubicBezTo>
                        <a:pt x="15924" y="2469"/>
                        <a:pt x="15820" y="2434"/>
                        <a:pt x="15694" y="2434"/>
                      </a:cubicBezTo>
                      <a:lnTo>
                        <a:pt x="14617" y="2434"/>
                      </a:lnTo>
                      <a:cubicBezTo>
                        <a:pt x="14491" y="2434"/>
                        <a:pt x="14381" y="2469"/>
                        <a:pt x="14381" y="2521"/>
                      </a:cubicBezTo>
                      <a:lnTo>
                        <a:pt x="14358" y="2918"/>
                      </a:lnTo>
                      <a:cubicBezTo>
                        <a:pt x="14347" y="2958"/>
                        <a:pt x="14445" y="3004"/>
                        <a:pt x="14583" y="3004"/>
                      </a:cubicBezTo>
                      <a:close/>
                      <a:moveTo>
                        <a:pt x="12333" y="3004"/>
                      </a:moveTo>
                      <a:lnTo>
                        <a:pt x="13426" y="3004"/>
                      </a:lnTo>
                      <a:cubicBezTo>
                        <a:pt x="13553" y="3004"/>
                        <a:pt x="13662" y="2964"/>
                        <a:pt x="13668" y="2918"/>
                      </a:cubicBezTo>
                      <a:lnTo>
                        <a:pt x="13697" y="2521"/>
                      </a:lnTo>
                      <a:cubicBezTo>
                        <a:pt x="13697" y="2469"/>
                        <a:pt x="13599" y="2434"/>
                        <a:pt x="13478" y="2434"/>
                      </a:cubicBezTo>
                      <a:lnTo>
                        <a:pt x="12402" y="2434"/>
                      </a:lnTo>
                      <a:cubicBezTo>
                        <a:pt x="12275" y="2434"/>
                        <a:pt x="12166" y="2469"/>
                        <a:pt x="12160" y="2521"/>
                      </a:cubicBezTo>
                      <a:lnTo>
                        <a:pt x="12108" y="2918"/>
                      </a:lnTo>
                      <a:cubicBezTo>
                        <a:pt x="12103" y="2958"/>
                        <a:pt x="12200" y="3004"/>
                        <a:pt x="12333" y="3004"/>
                      </a:cubicBezTo>
                      <a:close/>
                      <a:moveTo>
                        <a:pt x="10083" y="3004"/>
                      </a:moveTo>
                      <a:lnTo>
                        <a:pt x="11176" y="3004"/>
                      </a:lnTo>
                      <a:cubicBezTo>
                        <a:pt x="11303" y="3004"/>
                        <a:pt x="11418" y="2964"/>
                        <a:pt x="11418" y="2918"/>
                      </a:cubicBezTo>
                      <a:lnTo>
                        <a:pt x="11475" y="2521"/>
                      </a:lnTo>
                      <a:cubicBezTo>
                        <a:pt x="11481" y="2469"/>
                        <a:pt x="11383" y="2434"/>
                        <a:pt x="11251" y="2434"/>
                      </a:cubicBezTo>
                      <a:lnTo>
                        <a:pt x="10180" y="2434"/>
                      </a:lnTo>
                      <a:cubicBezTo>
                        <a:pt x="10054" y="2434"/>
                        <a:pt x="9944" y="2469"/>
                        <a:pt x="9939" y="2521"/>
                      </a:cubicBezTo>
                      <a:lnTo>
                        <a:pt x="9864" y="2918"/>
                      </a:lnTo>
                      <a:cubicBezTo>
                        <a:pt x="9847" y="2958"/>
                        <a:pt x="9950" y="3004"/>
                        <a:pt x="10083" y="3004"/>
                      </a:cubicBezTo>
                      <a:close/>
                      <a:moveTo>
                        <a:pt x="7827" y="3004"/>
                      </a:moveTo>
                      <a:lnTo>
                        <a:pt x="8920" y="3004"/>
                      </a:lnTo>
                      <a:cubicBezTo>
                        <a:pt x="9052" y="3004"/>
                        <a:pt x="9168" y="2964"/>
                        <a:pt x="9173" y="2918"/>
                      </a:cubicBezTo>
                      <a:lnTo>
                        <a:pt x="9254" y="2521"/>
                      </a:lnTo>
                      <a:cubicBezTo>
                        <a:pt x="9260" y="2469"/>
                        <a:pt x="9168" y="2434"/>
                        <a:pt x="9035" y="2434"/>
                      </a:cubicBezTo>
                      <a:lnTo>
                        <a:pt x="7965" y="2434"/>
                      </a:lnTo>
                      <a:cubicBezTo>
                        <a:pt x="7832" y="2434"/>
                        <a:pt x="7723" y="2469"/>
                        <a:pt x="7712" y="2521"/>
                      </a:cubicBezTo>
                      <a:lnTo>
                        <a:pt x="7614" y="2918"/>
                      </a:lnTo>
                      <a:cubicBezTo>
                        <a:pt x="7608" y="2958"/>
                        <a:pt x="7700" y="3004"/>
                        <a:pt x="7827" y="3004"/>
                      </a:cubicBezTo>
                      <a:close/>
                      <a:moveTo>
                        <a:pt x="5577" y="3004"/>
                      </a:moveTo>
                      <a:lnTo>
                        <a:pt x="6670" y="3004"/>
                      </a:lnTo>
                      <a:cubicBezTo>
                        <a:pt x="6802" y="3004"/>
                        <a:pt x="6917" y="2964"/>
                        <a:pt x="6929" y="2918"/>
                      </a:cubicBezTo>
                      <a:lnTo>
                        <a:pt x="7038" y="2521"/>
                      </a:lnTo>
                      <a:cubicBezTo>
                        <a:pt x="7050" y="2469"/>
                        <a:pt x="6958" y="2434"/>
                        <a:pt x="6825" y="2434"/>
                      </a:cubicBezTo>
                      <a:lnTo>
                        <a:pt x="5755" y="2434"/>
                      </a:lnTo>
                      <a:cubicBezTo>
                        <a:pt x="5628" y="2434"/>
                        <a:pt x="5513" y="2469"/>
                        <a:pt x="5496" y="2521"/>
                      </a:cubicBezTo>
                      <a:lnTo>
                        <a:pt x="5375" y="2918"/>
                      </a:lnTo>
                      <a:cubicBezTo>
                        <a:pt x="5352" y="2958"/>
                        <a:pt x="5450" y="3004"/>
                        <a:pt x="5577" y="3004"/>
                      </a:cubicBezTo>
                      <a:close/>
                      <a:moveTo>
                        <a:pt x="570" y="3004"/>
                      </a:moveTo>
                      <a:lnTo>
                        <a:pt x="4426" y="3004"/>
                      </a:lnTo>
                      <a:cubicBezTo>
                        <a:pt x="4558" y="3004"/>
                        <a:pt x="4679" y="2964"/>
                        <a:pt x="4690" y="2918"/>
                      </a:cubicBezTo>
                      <a:lnTo>
                        <a:pt x="4823" y="2521"/>
                      </a:lnTo>
                      <a:cubicBezTo>
                        <a:pt x="4834" y="2469"/>
                        <a:pt x="4742" y="2434"/>
                        <a:pt x="4621" y="2434"/>
                      </a:cubicBezTo>
                      <a:lnTo>
                        <a:pt x="829" y="2434"/>
                      </a:lnTo>
                      <a:cubicBezTo>
                        <a:pt x="696" y="2434"/>
                        <a:pt x="576" y="2469"/>
                        <a:pt x="553" y="2521"/>
                      </a:cubicBezTo>
                      <a:lnTo>
                        <a:pt x="374" y="2918"/>
                      </a:lnTo>
                      <a:cubicBezTo>
                        <a:pt x="345" y="2958"/>
                        <a:pt x="432" y="3004"/>
                        <a:pt x="570" y="3004"/>
                      </a:cubicBezTo>
                      <a:close/>
                      <a:moveTo>
                        <a:pt x="28078" y="3004"/>
                      </a:moveTo>
                      <a:lnTo>
                        <a:pt x="31934" y="3004"/>
                      </a:lnTo>
                      <a:cubicBezTo>
                        <a:pt x="32066" y="3004"/>
                        <a:pt x="32152" y="2964"/>
                        <a:pt x="32129" y="2918"/>
                      </a:cubicBezTo>
                      <a:lnTo>
                        <a:pt x="31945" y="2521"/>
                      </a:lnTo>
                      <a:cubicBezTo>
                        <a:pt x="31928" y="2469"/>
                        <a:pt x="31801" y="2434"/>
                        <a:pt x="31675" y="2434"/>
                      </a:cubicBezTo>
                      <a:lnTo>
                        <a:pt x="27882" y="2434"/>
                      </a:lnTo>
                      <a:cubicBezTo>
                        <a:pt x="27756" y="2434"/>
                        <a:pt x="27664" y="2469"/>
                        <a:pt x="27681" y="2521"/>
                      </a:cubicBezTo>
                      <a:lnTo>
                        <a:pt x="27813" y="2918"/>
                      </a:lnTo>
                      <a:cubicBezTo>
                        <a:pt x="27836" y="2958"/>
                        <a:pt x="27951" y="3004"/>
                        <a:pt x="28078" y="3004"/>
                      </a:cubicBezTo>
                      <a:close/>
                      <a:moveTo>
                        <a:pt x="26570" y="3764"/>
                      </a:moveTo>
                      <a:lnTo>
                        <a:pt x="27733" y="3764"/>
                      </a:lnTo>
                      <a:cubicBezTo>
                        <a:pt x="27871" y="3764"/>
                        <a:pt x="27963" y="3723"/>
                        <a:pt x="27940" y="3672"/>
                      </a:cubicBezTo>
                      <a:lnTo>
                        <a:pt x="27905" y="3551"/>
                      </a:lnTo>
                      <a:cubicBezTo>
                        <a:pt x="27894" y="3499"/>
                        <a:pt x="27767" y="3453"/>
                        <a:pt x="27641" y="3453"/>
                      </a:cubicBezTo>
                      <a:lnTo>
                        <a:pt x="26484" y="3453"/>
                      </a:lnTo>
                      <a:cubicBezTo>
                        <a:pt x="26351" y="3453"/>
                        <a:pt x="26254" y="3499"/>
                        <a:pt x="26265" y="3551"/>
                      </a:cubicBezTo>
                      <a:lnTo>
                        <a:pt x="26300" y="3672"/>
                      </a:lnTo>
                      <a:cubicBezTo>
                        <a:pt x="26311" y="3723"/>
                        <a:pt x="26432" y="3764"/>
                        <a:pt x="26570" y="3764"/>
                      </a:cubicBezTo>
                      <a:close/>
                      <a:moveTo>
                        <a:pt x="28832" y="3764"/>
                      </a:moveTo>
                      <a:lnTo>
                        <a:pt x="30000" y="3764"/>
                      </a:lnTo>
                      <a:cubicBezTo>
                        <a:pt x="30138" y="3764"/>
                        <a:pt x="30219" y="3723"/>
                        <a:pt x="30207" y="3672"/>
                      </a:cubicBezTo>
                      <a:lnTo>
                        <a:pt x="30040" y="3252"/>
                      </a:lnTo>
                      <a:cubicBezTo>
                        <a:pt x="30017" y="3206"/>
                        <a:pt x="29896" y="3165"/>
                        <a:pt x="29770" y="3165"/>
                      </a:cubicBezTo>
                      <a:lnTo>
                        <a:pt x="28619" y="3165"/>
                      </a:lnTo>
                      <a:cubicBezTo>
                        <a:pt x="28486" y="3165"/>
                        <a:pt x="28394" y="3206"/>
                        <a:pt x="28406" y="3252"/>
                      </a:cubicBezTo>
                      <a:lnTo>
                        <a:pt x="28550" y="3672"/>
                      </a:lnTo>
                      <a:cubicBezTo>
                        <a:pt x="28584" y="3723"/>
                        <a:pt x="28705" y="3764"/>
                        <a:pt x="28832" y="3764"/>
                      </a:cubicBezTo>
                      <a:close/>
                      <a:moveTo>
                        <a:pt x="31105" y="3764"/>
                      </a:moveTo>
                      <a:lnTo>
                        <a:pt x="32273" y="3764"/>
                      </a:lnTo>
                      <a:cubicBezTo>
                        <a:pt x="32411" y="3764"/>
                        <a:pt x="32492" y="3723"/>
                        <a:pt x="32475" y="3672"/>
                      </a:cubicBezTo>
                      <a:lnTo>
                        <a:pt x="32417" y="3551"/>
                      </a:lnTo>
                      <a:cubicBezTo>
                        <a:pt x="32394" y="3499"/>
                        <a:pt x="32267" y="3453"/>
                        <a:pt x="32135" y="3453"/>
                      </a:cubicBezTo>
                      <a:lnTo>
                        <a:pt x="30984" y="3453"/>
                      </a:lnTo>
                      <a:cubicBezTo>
                        <a:pt x="30857" y="3453"/>
                        <a:pt x="30760" y="3499"/>
                        <a:pt x="30783" y="3551"/>
                      </a:cubicBezTo>
                      <a:lnTo>
                        <a:pt x="30834" y="3672"/>
                      </a:lnTo>
                      <a:cubicBezTo>
                        <a:pt x="30857" y="3723"/>
                        <a:pt x="30978" y="3764"/>
                        <a:pt x="31105" y="3764"/>
                      </a:cubicBezTo>
                      <a:close/>
                      <a:moveTo>
                        <a:pt x="24268" y="3764"/>
                      </a:moveTo>
                      <a:lnTo>
                        <a:pt x="25379" y="3764"/>
                      </a:lnTo>
                      <a:cubicBezTo>
                        <a:pt x="25517" y="3764"/>
                        <a:pt x="25609" y="3723"/>
                        <a:pt x="25598" y="3672"/>
                      </a:cubicBezTo>
                      <a:lnTo>
                        <a:pt x="25488" y="3252"/>
                      </a:lnTo>
                      <a:cubicBezTo>
                        <a:pt x="25477" y="3206"/>
                        <a:pt x="25362" y="3165"/>
                        <a:pt x="25229" y="3165"/>
                      </a:cubicBezTo>
                      <a:lnTo>
                        <a:pt x="24130" y="3165"/>
                      </a:lnTo>
                      <a:cubicBezTo>
                        <a:pt x="23998" y="3165"/>
                        <a:pt x="23900" y="3206"/>
                        <a:pt x="23911" y="3252"/>
                      </a:cubicBezTo>
                      <a:lnTo>
                        <a:pt x="24009" y="3672"/>
                      </a:lnTo>
                      <a:cubicBezTo>
                        <a:pt x="24015" y="3723"/>
                        <a:pt x="24130" y="3764"/>
                        <a:pt x="24268" y="3764"/>
                      </a:cubicBezTo>
                      <a:close/>
                      <a:moveTo>
                        <a:pt x="9801" y="3252"/>
                      </a:moveTo>
                      <a:lnTo>
                        <a:pt x="9720" y="3672"/>
                      </a:lnTo>
                      <a:cubicBezTo>
                        <a:pt x="9714" y="3723"/>
                        <a:pt x="9812" y="3764"/>
                        <a:pt x="9944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9" y="3718"/>
                        <a:pt x="20487" y="3672"/>
                      </a:cubicBezTo>
                      <a:lnTo>
                        <a:pt x="20441" y="3252"/>
                      </a:lnTo>
                      <a:cubicBezTo>
                        <a:pt x="20430" y="3206"/>
                        <a:pt x="20326" y="3165"/>
                        <a:pt x="20194" y="3165"/>
                      </a:cubicBezTo>
                      <a:lnTo>
                        <a:pt x="10054" y="3165"/>
                      </a:lnTo>
                      <a:cubicBezTo>
                        <a:pt x="9921" y="3165"/>
                        <a:pt x="9806" y="3211"/>
                        <a:pt x="9801" y="3252"/>
                      </a:cubicBezTo>
                      <a:close/>
                      <a:moveTo>
                        <a:pt x="7125" y="3764"/>
                      </a:moveTo>
                      <a:lnTo>
                        <a:pt x="8765" y="3764"/>
                      </a:lnTo>
                      <a:cubicBezTo>
                        <a:pt x="8903" y="3764"/>
                        <a:pt x="9018" y="3723"/>
                        <a:pt x="9024" y="3672"/>
                      </a:cubicBezTo>
                      <a:lnTo>
                        <a:pt x="9110" y="3252"/>
                      </a:lnTo>
                      <a:cubicBezTo>
                        <a:pt x="9116" y="3206"/>
                        <a:pt x="9024" y="3165"/>
                        <a:pt x="8891" y="3165"/>
                      </a:cubicBezTo>
                      <a:lnTo>
                        <a:pt x="7280" y="3165"/>
                      </a:lnTo>
                      <a:cubicBezTo>
                        <a:pt x="7153" y="3165"/>
                        <a:pt x="7038" y="3206"/>
                        <a:pt x="7021" y="3252"/>
                      </a:cubicBezTo>
                      <a:lnTo>
                        <a:pt x="6917" y="3672"/>
                      </a:lnTo>
                      <a:cubicBezTo>
                        <a:pt x="6894" y="3723"/>
                        <a:pt x="6986" y="3764"/>
                        <a:pt x="7125" y="3764"/>
                      </a:cubicBezTo>
                      <a:close/>
                      <a:moveTo>
                        <a:pt x="4823" y="3764"/>
                      </a:moveTo>
                      <a:lnTo>
                        <a:pt x="5939" y="3764"/>
                      </a:lnTo>
                      <a:cubicBezTo>
                        <a:pt x="6071" y="3764"/>
                        <a:pt x="6187" y="3723"/>
                        <a:pt x="6204" y="3672"/>
                      </a:cubicBezTo>
                      <a:lnTo>
                        <a:pt x="6319" y="3252"/>
                      </a:lnTo>
                      <a:cubicBezTo>
                        <a:pt x="6330" y="3206"/>
                        <a:pt x="6238" y="3165"/>
                        <a:pt x="6106" y="3165"/>
                      </a:cubicBezTo>
                      <a:lnTo>
                        <a:pt x="5018" y="3165"/>
                      </a:lnTo>
                      <a:cubicBezTo>
                        <a:pt x="4886" y="3165"/>
                        <a:pt x="4765" y="3206"/>
                        <a:pt x="4748" y="3252"/>
                      </a:cubicBezTo>
                      <a:lnTo>
                        <a:pt x="4615" y="3672"/>
                      </a:lnTo>
                      <a:cubicBezTo>
                        <a:pt x="4592" y="3723"/>
                        <a:pt x="4690" y="3764"/>
                        <a:pt x="4823" y="3764"/>
                      </a:cubicBezTo>
                      <a:close/>
                      <a:moveTo>
                        <a:pt x="21437" y="3764"/>
                      </a:moveTo>
                      <a:lnTo>
                        <a:pt x="23077" y="3764"/>
                      </a:lnTo>
                      <a:cubicBezTo>
                        <a:pt x="23215" y="3764"/>
                        <a:pt x="23307" y="3723"/>
                        <a:pt x="23301" y="3672"/>
                      </a:cubicBezTo>
                      <a:lnTo>
                        <a:pt x="23221" y="3252"/>
                      </a:lnTo>
                      <a:cubicBezTo>
                        <a:pt x="23215" y="3206"/>
                        <a:pt x="23100" y="3165"/>
                        <a:pt x="22973" y="3165"/>
                      </a:cubicBezTo>
                      <a:lnTo>
                        <a:pt x="21362" y="3165"/>
                      </a:lnTo>
                      <a:cubicBezTo>
                        <a:pt x="21230" y="3165"/>
                        <a:pt x="21132" y="3206"/>
                        <a:pt x="21138" y="3252"/>
                      </a:cubicBezTo>
                      <a:lnTo>
                        <a:pt x="21195" y="3672"/>
                      </a:lnTo>
                      <a:cubicBezTo>
                        <a:pt x="21195" y="3723"/>
                        <a:pt x="21310" y="3764"/>
                        <a:pt x="21437" y="3764"/>
                      </a:cubicBezTo>
                      <a:close/>
                      <a:moveTo>
                        <a:pt x="2521" y="3764"/>
                      </a:moveTo>
                      <a:lnTo>
                        <a:pt x="3637" y="3764"/>
                      </a:lnTo>
                      <a:cubicBezTo>
                        <a:pt x="3770" y="3764"/>
                        <a:pt x="3885" y="3723"/>
                        <a:pt x="3908" y="3672"/>
                      </a:cubicBezTo>
                      <a:lnTo>
                        <a:pt x="4052" y="3252"/>
                      </a:lnTo>
                      <a:cubicBezTo>
                        <a:pt x="4069" y="3206"/>
                        <a:pt x="3982" y="3165"/>
                        <a:pt x="3844" y="3165"/>
                      </a:cubicBezTo>
                      <a:lnTo>
                        <a:pt x="2745" y="3165"/>
                      </a:lnTo>
                      <a:cubicBezTo>
                        <a:pt x="2613" y="3165"/>
                        <a:pt x="2492" y="3206"/>
                        <a:pt x="2469" y="3252"/>
                      </a:cubicBezTo>
                      <a:lnTo>
                        <a:pt x="2302" y="3672"/>
                      </a:lnTo>
                      <a:cubicBezTo>
                        <a:pt x="2296" y="3723"/>
                        <a:pt x="2388" y="3764"/>
                        <a:pt x="2521" y="3764"/>
                      </a:cubicBezTo>
                      <a:close/>
                      <a:moveTo>
                        <a:pt x="225" y="3764"/>
                      </a:moveTo>
                      <a:lnTo>
                        <a:pt x="1341" y="3764"/>
                      </a:lnTo>
                      <a:cubicBezTo>
                        <a:pt x="1479" y="3764"/>
                        <a:pt x="1600" y="3723"/>
                        <a:pt x="1623" y="3672"/>
                      </a:cubicBezTo>
                      <a:lnTo>
                        <a:pt x="1796" y="3252"/>
                      </a:lnTo>
                      <a:cubicBezTo>
                        <a:pt x="1813" y="3206"/>
                        <a:pt x="1721" y="3165"/>
                        <a:pt x="1594" y="3165"/>
                      </a:cubicBezTo>
                      <a:lnTo>
                        <a:pt x="489" y="3165"/>
                      </a:lnTo>
                      <a:cubicBezTo>
                        <a:pt x="363" y="3165"/>
                        <a:pt x="242" y="3206"/>
                        <a:pt x="207" y="3252"/>
                      </a:cubicBezTo>
                      <a:lnTo>
                        <a:pt x="23" y="3672"/>
                      </a:lnTo>
                      <a:cubicBezTo>
                        <a:pt x="0" y="3723"/>
                        <a:pt x="86" y="3764"/>
                        <a:pt x="225" y="37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5" name="Google Shape;1775;p111"/>
                <p:cNvSpPr/>
                <p:nvPr/>
              </p:nvSpPr>
              <p:spPr>
                <a:xfrm>
                  <a:off x="6239159" y="3429258"/>
                  <a:ext cx="1890236" cy="219160"/>
                </a:xfrm>
                <a:custGeom>
                  <a:rect b="b" l="l" r="r" t="t"/>
                  <a:pathLst>
                    <a:path extrusionOk="0" h="3770" w="32516">
                      <a:moveTo>
                        <a:pt x="2866" y="242"/>
                      </a:moveTo>
                      <a:lnTo>
                        <a:pt x="1807" y="242"/>
                      </a:lnTo>
                      <a:cubicBezTo>
                        <a:pt x="1687" y="242"/>
                        <a:pt x="1606" y="207"/>
                        <a:pt x="1617" y="173"/>
                      </a:cubicBezTo>
                      <a:lnTo>
                        <a:pt x="1664" y="75"/>
                      </a:lnTo>
                      <a:cubicBezTo>
                        <a:pt x="1687" y="35"/>
                        <a:pt x="1790" y="6"/>
                        <a:pt x="1917" y="6"/>
                      </a:cubicBezTo>
                      <a:lnTo>
                        <a:pt x="2964" y="6"/>
                      </a:lnTo>
                      <a:cubicBezTo>
                        <a:pt x="3085" y="6"/>
                        <a:pt x="3166" y="40"/>
                        <a:pt x="3154" y="75"/>
                      </a:cubicBezTo>
                      <a:lnTo>
                        <a:pt x="3108" y="173"/>
                      </a:lnTo>
                      <a:cubicBezTo>
                        <a:pt x="3091" y="213"/>
                        <a:pt x="2981" y="242"/>
                        <a:pt x="2866" y="242"/>
                      </a:cubicBezTo>
                      <a:close/>
                      <a:moveTo>
                        <a:pt x="5088" y="0"/>
                      </a:moveTo>
                      <a:lnTo>
                        <a:pt x="4034" y="0"/>
                      </a:lnTo>
                      <a:cubicBezTo>
                        <a:pt x="3914" y="0"/>
                        <a:pt x="3804" y="35"/>
                        <a:pt x="3793" y="69"/>
                      </a:cubicBezTo>
                      <a:lnTo>
                        <a:pt x="3758" y="161"/>
                      </a:lnTo>
                      <a:cubicBezTo>
                        <a:pt x="3741" y="207"/>
                        <a:pt x="3827" y="236"/>
                        <a:pt x="3942" y="236"/>
                      </a:cubicBezTo>
                      <a:lnTo>
                        <a:pt x="5001" y="236"/>
                      </a:lnTo>
                      <a:cubicBezTo>
                        <a:pt x="5122" y="236"/>
                        <a:pt x="5231" y="201"/>
                        <a:pt x="5243" y="161"/>
                      </a:cubicBezTo>
                      <a:lnTo>
                        <a:pt x="5283" y="69"/>
                      </a:lnTo>
                      <a:cubicBezTo>
                        <a:pt x="5295" y="35"/>
                        <a:pt x="5208" y="0"/>
                        <a:pt x="5088" y="0"/>
                      </a:cubicBezTo>
                      <a:close/>
                      <a:moveTo>
                        <a:pt x="7217" y="0"/>
                      </a:moveTo>
                      <a:lnTo>
                        <a:pt x="6164" y="0"/>
                      </a:lnTo>
                      <a:cubicBezTo>
                        <a:pt x="6043" y="0"/>
                        <a:pt x="5945" y="35"/>
                        <a:pt x="5928" y="69"/>
                      </a:cubicBezTo>
                      <a:lnTo>
                        <a:pt x="5899" y="161"/>
                      </a:lnTo>
                      <a:cubicBezTo>
                        <a:pt x="5888" y="207"/>
                        <a:pt x="5968" y="236"/>
                        <a:pt x="6095" y="236"/>
                      </a:cubicBezTo>
                      <a:lnTo>
                        <a:pt x="7148" y="236"/>
                      </a:lnTo>
                      <a:cubicBezTo>
                        <a:pt x="7274" y="236"/>
                        <a:pt x="7378" y="201"/>
                        <a:pt x="7390" y="161"/>
                      </a:cubicBezTo>
                      <a:lnTo>
                        <a:pt x="7418" y="69"/>
                      </a:lnTo>
                      <a:cubicBezTo>
                        <a:pt x="7424" y="35"/>
                        <a:pt x="7332" y="0"/>
                        <a:pt x="7217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3" y="35"/>
                        <a:pt x="8051" y="69"/>
                      </a:cubicBezTo>
                      <a:lnTo>
                        <a:pt x="8028" y="161"/>
                      </a:lnTo>
                      <a:cubicBezTo>
                        <a:pt x="8023" y="207"/>
                        <a:pt x="8109" y="236"/>
                        <a:pt x="8230" y="236"/>
                      </a:cubicBezTo>
                      <a:lnTo>
                        <a:pt x="9289" y="236"/>
                      </a:lnTo>
                      <a:cubicBezTo>
                        <a:pt x="9409" y="236"/>
                        <a:pt x="9507" y="201"/>
                        <a:pt x="9519" y="161"/>
                      </a:cubicBezTo>
                      <a:lnTo>
                        <a:pt x="9536" y="69"/>
                      </a:lnTo>
                      <a:cubicBezTo>
                        <a:pt x="9548" y="35"/>
                        <a:pt x="9461" y="0"/>
                        <a:pt x="9340" y="0"/>
                      </a:cubicBezTo>
                      <a:close/>
                      <a:moveTo>
                        <a:pt x="11470" y="0"/>
                      </a:moveTo>
                      <a:lnTo>
                        <a:pt x="10417" y="0"/>
                      </a:lnTo>
                      <a:cubicBezTo>
                        <a:pt x="10296" y="0"/>
                        <a:pt x="10192" y="35"/>
                        <a:pt x="10186" y="69"/>
                      </a:cubicBezTo>
                      <a:lnTo>
                        <a:pt x="10163" y="161"/>
                      </a:lnTo>
                      <a:cubicBezTo>
                        <a:pt x="10158" y="207"/>
                        <a:pt x="10250" y="236"/>
                        <a:pt x="10365" y="236"/>
                      </a:cubicBezTo>
                      <a:lnTo>
                        <a:pt x="11424" y="236"/>
                      </a:lnTo>
                      <a:cubicBezTo>
                        <a:pt x="11545" y="236"/>
                        <a:pt x="11648" y="201"/>
                        <a:pt x="11654" y="161"/>
                      </a:cubicBezTo>
                      <a:lnTo>
                        <a:pt x="11665" y="69"/>
                      </a:lnTo>
                      <a:cubicBezTo>
                        <a:pt x="11677" y="35"/>
                        <a:pt x="11579" y="0"/>
                        <a:pt x="11470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6" y="35"/>
                        <a:pt x="12316" y="69"/>
                      </a:cubicBezTo>
                      <a:lnTo>
                        <a:pt x="12304" y="161"/>
                      </a:lnTo>
                      <a:cubicBezTo>
                        <a:pt x="12293" y="207"/>
                        <a:pt x="12390" y="236"/>
                        <a:pt x="12511" y="236"/>
                      </a:cubicBezTo>
                      <a:lnTo>
                        <a:pt x="13570" y="236"/>
                      </a:lnTo>
                      <a:cubicBezTo>
                        <a:pt x="13691" y="236"/>
                        <a:pt x="13789" y="201"/>
                        <a:pt x="13789" y="161"/>
                      </a:cubicBezTo>
                      <a:lnTo>
                        <a:pt x="13800" y="69"/>
                      </a:lnTo>
                      <a:cubicBezTo>
                        <a:pt x="13806" y="35"/>
                        <a:pt x="13714" y="0"/>
                        <a:pt x="13587" y="0"/>
                      </a:cubicBezTo>
                      <a:close/>
                      <a:moveTo>
                        <a:pt x="15717" y="0"/>
                      </a:moveTo>
                      <a:lnTo>
                        <a:pt x="14669" y="0"/>
                      </a:lnTo>
                      <a:cubicBezTo>
                        <a:pt x="14549" y="0"/>
                        <a:pt x="14451" y="35"/>
                        <a:pt x="14445" y="69"/>
                      </a:cubicBezTo>
                      <a:lnTo>
                        <a:pt x="14439" y="161"/>
                      </a:lnTo>
                      <a:cubicBezTo>
                        <a:pt x="14439" y="207"/>
                        <a:pt x="14531" y="236"/>
                        <a:pt x="14652" y="236"/>
                      </a:cubicBezTo>
                      <a:lnTo>
                        <a:pt x="15711" y="236"/>
                      </a:lnTo>
                      <a:cubicBezTo>
                        <a:pt x="15832" y="236"/>
                        <a:pt x="15930" y="201"/>
                        <a:pt x="15930" y="161"/>
                      </a:cubicBezTo>
                      <a:lnTo>
                        <a:pt x="15930" y="69"/>
                      </a:lnTo>
                      <a:cubicBezTo>
                        <a:pt x="15935" y="35"/>
                        <a:pt x="15843" y="0"/>
                        <a:pt x="15717" y="0"/>
                      </a:cubicBezTo>
                      <a:close/>
                      <a:moveTo>
                        <a:pt x="17846" y="0"/>
                      </a:moveTo>
                      <a:lnTo>
                        <a:pt x="16799" y="0"/>
                      </a:lnTo>
                      <a:cubicBezTo>
                        <a:pt x="16678" y="0"/>
                        <a:pt x="16580" y="35"/>
                        <a:pt x="16580" y="69"/>
                      </a:cubicBezTo>
                      <a:lnTo>
                        <a:pt x="16580" y="161"/>
                      </a:lnTo>
                      <a:cubicBezTo>
                        <a:pt x="16580" y="207"/>
                        <a:pt x="16684" y="236"/>
                        <a:pt x="16799" y="236"/>
                      </a:cubicBezTo>
                      <a:lnTo>
                        <a:pt x="17858" y="236"/>
                      </a:lnTo>
                      <a:cubicBezTo>
                        <a:pt x="17978" y="236"/>
                        <a:pt x="18071" y="201"/>
                        <a:pt x="18071" y="161"/>
                      </a:cubicBezTo>
                      <a:lnTo>
                        <a:pt x="18065" y="69"/>
                      </a:lnTo>
                      <a:cubicBezTo>
                        <a:pt x="18065" y="35"/>
                        <a:pt x="17961" y="0"/>
                        <a:pt x="17846" y="0"/>
                      </a:cubicBezTo>
                      <a:close/>
                      <a:moveTo>
                        <a:pt x="19970" y="0"/>
                      </a:moveTo>
                      <a:lnTo>
                        <a:pt x="18922" y="0"/>
                      </a:lnTo>
                      <a:cubicBezTo>
                        <a:pt x="18796" y="0"/>
                        <a:pt x="18704" y="35"/>
                        <a:pt x="18709" y="69"/>
                      </a:cubicBezTo>
                      <a:lnTo>
                        <a:pt x="18721" y="161"/>
                      </a:lnTo>
                      <a:cubicBezTo>
                        <a:pt x="18721" y="207"/>
                        <a:pt x="18819" y="236"/>
                        <a:pt x="18939" y="236"/>
                      </a:cubicBezTo>
                      <a:lnTo>
                        <a:pt x="19998" y="236"/>
                      </a:lnTo>
                      <a:cubicBezTo>
                        <a:pt x="20119" y="236"/>
                        <a:pt x="20217" y="201"/>
                        <a:pt x="20206" y="161"/>
                      </a:cubicBezTo>
                      <a:lnTo>
                        <a:pt x="20194" y="69"/>
                      </a:lnTo>
                      <a:cubicBezTo>
                        <a:pt x="20194" y="35"/>
                        <a:pt x="20090" y="0"/>
                        <a:pt x="19970" y="0"/>
                      </a:cubicBezTo>
                      <a:close/>
                      <a:moveTo>
                        <a:pt x="22099" y="0"/>
                      </a:moveTo>
                      <a:lnTo>
                        <a:pt x="21052" y="0"/>
                      </a:lnTo>
                      <a:cubicBezTo>
                        <a:pt x="20925" y="0"/>
                        <a:pt x="20839" y="35"/>
                        <a:pt x="20839" y="69"/>
                      </a:cubicBezTo>
                      <a:lnTo>
                        <a:pt x="20856" y="161"/>
                      </a:lnTo>
                      <a:cubicBezTo>
                        <a:pt x="20862" y="207"/>
                        <a:pt x="20965" y="236"/>
                        <a:pt x="21086" y="236"/>
                      </a:cubicBezTo>
                      <a:lnTo>
                        <a:pt x="22139" y="236"/>
                      </a:lnTo>
                      <a:cubicBezTo>
                        <a:pt x="22266" y="236"/>
                        <a:pt x="22352" y="201"/>
                        <a:pt x="22346" y="161"/>
                      </a:cubicBezTo>
                      <a:lnTo>
                        <a:pt x="22323" y="69"/>
                      </a:lnTo>
                      <a:cubicBezTo>
                        <a:pt x="22323" y="35"/>
                        <a:pt x="22214" y="0"/>
                        <a:pt x="22099" y="0"/>
                      </a:cubicBezTo>
                      <a:close/>
                      <a:moveTo>
                        <a:pt x="24222" y="0"/>
                      </a:moveTo>
                      <a:lnTo>
                        <a:pt x="23169" y="0"/>
                      </a:lnTo>
                      <a:cubicBezTo>
                        <a:pt x="23048" y="0"/>
                        <a:pt x="22962" y="35"/>
                        <a:pt x="22968" y="69"/>
                      </a:cubicBezTo>
                      <a:lnTo>
                        <a:pt x="22991" y="161"/>
                      </a:lnTo>
                      <a:cubicBezTo>
                        <a:pt x="22997" y="207"/>
                        <a:pt x="23106" y="236"/>
                        <a:pt x="23221" y="236"/>
                      </a:cubicBezTo>
                      <a:lnTo>
                        <a:pt x="24280" y="236"/>
                      </a:lnTo>
                      <a:cubicBezTo>
                        <a:pt x="24401" y="236"/>
                        <a:pt x="24487" y="201"/>
                        <a:pt x="24481" y="161"/>
                      </a:cubicBezTo>
                      <a:lnTo>
                        <a:pt x="24458" y="69"/>
                      </a:lnTo>
                      <a:cubicBezTo>
                        <a:pt x="24447" y="35"/>
                        <a:pt x="24343" y="0"/>
                        <a:pt x="24222" y="0"/>
                      </a:cubicBezTo>
                      <a:close/>
                      <a:moveTo>
                        <a:pt x="26352" y="0"/>
                      </a:moveTo>
                      <a:lnTo>
                        <a:pt x="25299" y="0"/>
                      </a:lnTo>
                      <a:cubicBezTo>
                        <a:pt x="25178" y="0"/>
                        <a:pt x="25091" y="35"/>
                        <a:pt x="25109" y="69"/>
                      </a:cubicBezTo>
                      <a:lnTo>
                        <a:pt x="25137" y="161"/>
                      </a:lnTo>
                      <a:cubicBezTo>
                        <a:pt x="25149" y="207"/>
                        <a:pt x="25253" y="236"/>
                        <a:pt x="25373" y="236"/>
                      </a:cubicBezTo>
                      <a:lnTo>
                        <a:pt x="26432" y="236"/>
                      </a:lnTo>
                      <a:cubicBezTo>
                        <a:pt x="26553" y="236"/>
                        <a:pt x="26639" y="201"/>
                        <a:pt x="26622" y="161"/>
                      </a:cubicBezTo>
                      <a:lnTo>
                        <a:pt x="26593" y="69"/>
                      </a:lnTo>
                      <a:cubicBezTo>
                        <a:pt x="26576" y="35"/>
                        <a:pt x="26467" y="0"/>
                        <a:pt x="26352" y="0"/>
                      </a:cubicBezTo>
                      <a:close/>
                      <a:moveTo>
                        <a:pt x="28475" y="0"/>
                      </a:moveTo>
                      <a:lnTo>
                        <a:pt x="27422" y="0"/>
                      </a:lnTo>
                      <a:cubicBezTo>
                        <a:pt x="27301" y="0"/>
                        <a:pt x="27221" y="35"/>
                        <a:pt x="27226" y="69"/>
                      </a:cubicBezTo>
                      <a:lnTo>
                        <a:pt x="27267" y="161"/>
                      </a:lnTo>
                      <a:cubicBezTo>
                        <a:pt x="27278" y="207"/>
                        <a:pt x="27388" y="236"/>
                        <a:pt x="27508" y="236"/>
                      </a:cubicBezTo>
                      <a:lnTo>
                        <a:pt x="28567" y="236"/>
                      </a:lnTo>
                      <a:cubicBezTo>
                        <a:pt x="28688" y="236"/>
                        <a:pt x="28769" y="201"/>
                        <a:pt x="28751" y="161"/>
                      </a:cubicBezTo>
                      <a:lnTo>
                        <a:pt x="28717" y="69"/>
                      </a:lnTo>
                      <a:cubicBezTo>
                        <a:pt x="28705" y="35"/>
                        <a:pt x="28596" y="0"/>
                        <a:pt x="28475" y="0"/>
                      </a:cubicBezTo>
                      <a:close/>
                      <a:moveTo>
                        <a:pt x="30605" y="0"/>
                      </a:moveTo>
                      <a:lnTo>
                        <a:pt x="29551" y="0"/>
                      </a:lnTo>
                      <a:cubicBezTo>
                        <a:pt x="29431" y="0"/>
                        <a:pt x="29350" y="35"/>
                        <a:pt x="29367" y="69"/>
                      </a:cubicBezTo>
                      <a:lnTo>
                        <a:pt x="29408" y="161"/>
                      </a:lnTo>
                      <a:cubicBezTo>
                        <a:pt x="29425" y="207"/>
                        <a:pt x="29540" y="236"/>
                        <a:pt x="29655" y="236"/>
                      </a:cubicBezTo>
                      <a:lnTo>
                        <a:pt x="30708" y="236"/>
                      </a:lnTo>
                      <a:cubicBezTo>
                        <a:pt x="30835" y="236"/>
                        <a:pt x="30910" y="201"/>
                        <a:pt x="30898" y="161"/>
                      </a:cubicBezTo>
                      <a:lnTo>
                        <a:pt x="30852" y="69"/>
                      </a:lnTo>
                      <a:cubicBezTo>
                        <a:pt x="30835" y="35"/>
                        <a:pt x="30720" y="0"/>
                        <a:pt x="30605" y="0"/>
                      </a:cubicBezTo>
                      <a:close/>
                      <a:moveTo>
                        <a:pt x="2751" y="386"/>
                      </a:moveTo>
                      <a:lnTo>
                        <a:pt x="1733" y="386"/>
                      </a:lnTo>
                      <a:cubicBezTo>
                        <a:pt x="1612" y="386"/>
                        <a:pt x="1502" y="420"/>
                        <a:pt x="1485" y="460"/>
                      </a:cubicBezTo>
                      <a:lnTo>
                        <a:pt x="1324" y="811"/>
                      </a:lnTo>
                      <a:cubicBezTo>
                        <a:pt x="1301" y="852"/>
                        <a:pt x="1387" y="892"/>
                        <a:pt x="1514" y="892"/>
                      </a:cubicBezTo>
                      <a:lnTo>
                        <a:pt x="2538" y="892"/>
                      </a:lnTo>
                      <a:cubicBezTo>
                        <a:pt x="2665" y="892"/>
                        <a:pt x="2780" y="852"/>
                        <a:pt x="2791" y="811"/>
                      </a:cubicBezTo>
                      <a:lnTo>
                        <a:pt x="2935" y="460"/>
                      </a:lnTo>
                      <a:cubicBezTo>
                        <a:pt x="2958" y="420"/>
                        <a:pt x="2872" y="386"/>
                        <a:pt x="2751" y="386"/>
                      </a:cubicBezTo>
                      <a:close/>
                      <a:moveTo>
                        <a:pt x="4829" y="386"/>
                      </a:moveTo>
                      <a:lnTo>
                        <a:pt x="3816" y="386"/>
                      </a:lnTo>
                      <a:cubicBezTo>
                        <a:pt x="3689" y="386"/>
                        <a:pt x="3586" y="420"/>
                        <a:pt x="3568" y="460"/>
                      </a:cubicBezTo>
                      <a:lnTo>
                        <a:pt x="3430" y="811"/>
                      </a:lnTo>
                      <a:cubicBezTo>
                        <a:pt x="3419" y="852"/>
                        <a:pt x="3505" y="892"/>
                        <a:pt x="3626" y="892"/>
                      </a:cubicBezTo>
                      <a:lnTo>
                        <a:pt x="4656" y="892"/>
                      </a:lnTo>
                      <a:cubicBezTo>
                        <a:pt x="4777" y="892"/>
                        <a:pt x="4892" y="852"/>
                        <a:pt x="4909" y="811"/>
                      </a:cubicBezTo>
                      <a:lnTo>
                        <a:pt x="5030" y="460"/>
                      </a:lnTo>
                      <a:cubicBezTo>
                        <a:pt x="5036" y="420"/>
                        <a:pt x="4950" y="386"/>
                        <a:pt x="4829" y="386"/>
                      </a:cubicBezTo>
                      <a:close/>
                      <a:moveTo>
                        <a:pt x="6906" y="386"/>
                      </a:moveTo>
                      <a:lnTo>
                        <a:pt x="5893" y="386"/>
                      </a:lnTo>
                      <a:cubicBezTo>
                        <a:pt x="5772" y="386"/>
                        <a:pt x="5663" y="420"/>
                        <a:pt x="5646" y="460"/>
                      </a:cubicBezTo>
                      <a:lnTo>
                        <a:pt x="5531" y="811"/>
                      </a:lnTo>
                      <a:cubicBezTo>
                        <a:pt x="5519" y="852"/>
                        <a:pt x="5606" y="892"/>
                        <a:pt x="5726" y="892"/>
                      </a:cubicBezTo>
                      <a:lnTo>
                        <a:pt x="6757" y="892"/>
                      </a:lnTo>
                      <a:cubicBezTo>
                        <a:pt x="6877" y="892"/>
                        <a:pt x="6987" y="852"/>
                        <a:pt x="6998" y="811"/>
                      </a:cubicBezTo>
                      <a:lnTo>
                        <a:pt x="7102" y="460"/>
                      </a:lnTo>
                      <a:cubicBezTo>
                        <a:pt x="7113" y="420"/>
                        <a:pt x="7027" y="386"/>
                        <a:pt x="6906" y="386"/>
                      </a:cubicBezTo>
                      <a:close/>
                      <a:moveTo>
                        <a:pt x="8984" y="386"/>
                      </a:moveTo>
                      <a:lnTo>
                        <a:pt x="7971" y="386"/>
                      </a:lnTo>
                      <a:cubicBezTo>
                        <a:pt x="7850" y="386"/>
                        <a:pt x="7741" y="420"/>
                        <a:pt x="7735" y="460"/>
                      </a:cubicBezTo>
                      <a:lnTo>
                        <a:pt x="7637" y="811"/>
                      </a:lnTo>
                      <a:cubicBezTo>
                        <a:pt x="7626" y="852"/>
                        <a:pt x="7718" y="892"/>
                        <a:pt x="7838" y="892"/>
                      </a:cubicBezTo>
                      <a:lnTo>
                        <a:pt x="8869" y="892"/>
                      </a:lnTo>
                      <a:cubicBezTo>
                        <a:pt x="8989" y="892"/>
                        <a:pt x="9099" y="852"/>
                        <a:pt x="9110" y="811"/>
                      </a:cubicBezTo>
                      <a:lnTo>
                        <a:pt x="9185" y="460"/>
                      </a:lnTo>
                      <a:cubicBezTo>
                        <a:pt x="9197" y="420"/>
                        <a:pt x="9110" y="386"/>
                        <a:pt x="8984" y="386"/>
                      </a:cubicBezTo>
                      <a:close/>
                      <a:moveTo>
                        <a:pt x="11067" y="386"/>
                      </a:moveTo>
                      <a:lnTo>
                        <a:pt x="10048" y="386"/>
                      </a:lnTo>
                      <a:cubicBezTo>
                        <a:pt x="9927" y="386"/>
                        <a:pt x="9830" y="420"/>
                        <a:pt x="9818" y="460"/>
                      </a:cubicBezTo>
                      <a:lnTo>
                        <a:pt x="9749" y="811"/>
                      </a:lnTo>
                      <a:cubicBezTo>
                        <a:pt x="9743" y="852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7" y="852"/>
                        <a:pt x="11217" y="811"/>
                      </a:cubicBezTo>
                      <a:lnTo>
                        <a:pt x="11274" y="460"/>
                      </a:lnTo>
                      <a:cubicBezTo>
                        <a:pt x="11280" y="420"/>
                        <a:pt x="11188" y="386"/>
                        <a:pt x="11067" y="386"/>
                      </a:cubicBezTo>
                      <a:close/>
                      <a:moveTo>
                        <a:pt x="13144" y="386"/>
                      </a:moveTo>
                      <a:lnTo>
                        <a:pt x="12132" y="386"/>
                      </a:lnTo>
                      <a:cubicBezTo>
                        <a:pt x="12005" y="386"/>
                        <a:pt x="11907" y="420"/>
                        <a:pt x="11901" y="460"/>
                      </a:cubicBezTo>
                      <a:lnTo>
                        <a:pt x="11850" y="811"/>
                      </a:lnTo>
                      <a:cubicBezTo>
                        <a:pt x="11844" y="852"/>
                        <a:pt x="11936" y="892"/>
                        <a:pt x="12057" y="892"/>
                      </a:cubicBezTo>
                      <a:lnTo>
                        <a:pt x="13087" y="892"/>
                      </a:lnTo>
                      <a:cubicBezTo>
                        <a:pt x="13208" y="892"/>
                        <a:pt x="13311" y="852"/>
                        <a:pt x="13317" y="811"/>
                      </a:cubicBezTo>
                      <a:lnTo>
                        <a:pt x="13346" y="460"/>
                      </a:lnTo>
                      <a:cubicBezTo>
                        <a:pt x="13357" y="420"/>
                        <a:pt x="13265" y="386"/>
                        <a:pt x="13144" y="386"/>
                      </a:cubicBezTo>
                      <a:close/>
                      <a:moveTo>
                        <a:pt x="15222" y="386"/>
                      </a:moveTo>
                      <a:lnTo>
                        <a:pt x="14209" y="386"/>
                      </a:lnTo>
                      <a:cubicBezTo>
                        <a:pt x="14088" y="386"/>
                        <a:pt x="13985" y="420"/>
                        <a:pt x="13985" y="460"/>
                      </a:cubicBezTo>
                      <a:lnTo>
                        <a:pt x="13962" y="811"/>
                      </a:lnTo>
                      <a:cubicBezTo>
                        <a:pt x="13962" y="852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29" y="852"/>
                        <a:pt x="15429" y="811"/>
                      </a:cubicBezTo>
                      <a:lnTo>
                        <a:pt x="15441" y="460"/>
                      </a:lnTo>
                      <a:cubicBezTo>
                        <a:pt x="15441" y="420"/>
                        <a:pt x="15343" y="386"/>
                        <a:pt x="15222" y="386"/>
                      </a:cubicBezTo>
                      <a:close/>
                      <a:moveTo>
                        <a:pt x="17299" y="386"/>
                      </a:moveTo>
                      <a:lnTo>
                        <a:pt x="16287" y="386"/>
                      </a:lnTo>
                      <a:cubicBezTo>
                        <a:pt x="16166" y="386"/>
                        <a:pt x="16074" y="420"/>
                        <a:pt x="16074" y="460"/>
                      </a:cubicBezTo>
                      <a:lnTo>
                        <a:pt x="16074" y="811"/>
                      </a:lnTo>
                      <a:cubicBezTo>
                        <a:pt x="16074" y="852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2"/>
                        <a:pt x="17541" y="811"/>
                      </a:cubicBezTo>
                      <a:lnTo>
                        <a:pt x="17524" y="460"/>
                      </a:lnTo>
                      <a:cubicBezTo>
                        <a:pt x="17518" y="420"/>
                        <a:pt x="17426" y="386"/>
                        <a:pt x="17299" y="386"/>
                      </a:cubicBezTo>
                      <a:close/>
                      <a:moveTo>
                        <a:pt x="19383" y="386"/>
                      </a:moveTo>
                      <a:lnTo>
                        <a:pt x="18364" y="386"/>
                      </a:lnTo>
                      <a:cubicBezTo>
                        <a:pt x="18243" y="386"/>
                        <a:pt x="18151" y="420"/>
                        <a:pt x="18151" y="460"/>
                      </a:cubicBezTo>
                      <a:lnTo>
                        <a:pt x="18174" y="811"/>
                      </a:lnTo>
                      <a:cubicBezTo>
                        <a:pt x="18174" y="852"/>
                        <a:pt x="18272" y="892"/>
                        <a:pt x="18393" y="892"/>
                      </a:cubicBezTo>
                      <a:lnTo>
                        <a:pt x="19423" y="892"/>
                      </a:lnTo>
                      <a:cubicBezTo>
                        <a:pt x="19544" y="892"/>
                        <a:pt x="19642" y="852"/>
                        <a:pt x="19642" y="811"/>
                      </a:cubicBezTo>
                      <a:lnTo>
                        <a:pt x="19601" y="460"/>
                      </a:lnTo>
                      <a:cubicBezTo>
                        <a:pt x="19601" y="420"/>
                        <a:pt x="19503" y="386"/>
                        <a:pt x="19383" y="386"/>
                      </a:cubicBezTo>
                      <a:close/>
                      <a:moveTo>
                        <a:pt x="21460" y="386"/>
                      </a:moveTo>
                      <a:lnTo>
                        <a:pt x="20447" y="386"/>
                      </a:lnTo>
                      <a:cubicBezTo>
                        <a:pt x="20321" y="386"/>
                        <a:pt x="20229" y="420"/>
                        <a:pt x="20234" y="460"/>
                      </a:cubicBezTo>
                      <a:lnTo>
                        <a:pt x="20280" y="811"/>
                      </a:lnTo>
                      <a:cubicBezTo>
                        <a:pt x="20286" y="852"/>
                        <a:pt x="20390" y="892"/>
                        <a:pt x="20511" y="892"/>
                      </a:cubicBezTo>
                      <a:lnTo>
                        <a:pt x="21541" y="892"/>
                      </a:lnTo>
                      <a:cubicBezTo>
                        <a:pt x="21662" y="892"/>
                        <a:pt x="21754" y="852"/>
                        <a:pt x="21748" y="811"/>
                      </a:cubicBezTo>
                      <a:lnTo>
                        <a:pt x="21690" y="460"/>
                      </a:lnTo>
                      <a:cubicBezTo>
                        <a:pt x="21685" y="420"/>
                        <a:pt x="21575" y="386"/>
                        <a:pt x="21460" y="386"/>
                      </a:cubicBezTo>
                      <a:close/>
                      <a:moveTo>
                        <a:pt x="23538" y="386"/>
                      </a:moveTo>
                      <a:lnTo>
                        <a:pt x="22525" y="386"/>
                      </a:lnTo>
                      <a:cubicBezTo>
                        <a:pt x="22404" y="386"/>
                        <a:pt x="22318" y="420"/>
                        <a:pt x="22323" y="460"/>
                      </a:cubicBezTo>
                      <a:lnTo>
                        <a:pt x="22387" y="811"/>
                      </a:lnTo>
                      <a:cubicBezTo>
                        <a:pt x="22392" y="852"/>
                        <a:pt x="22502" y="892"/>
                        <a:pt x="22623" y="892"/>
                      </a:cubicBezTo>
                      <a:lnTo>
                        <a:pt x="23653" y="892"/>
                      </a:lnTo>
                      <a:cubicBezTo>
                        <a:pt x="23774" y="892"/>
                        <a:pt x="23871" y="852"/>
                        <a:pt x="23854" y="811"/>
                      </a:cubicBezTo>
                      <a:lnTo>
                        <a:pt x="23774" y="460"/>
                      </a:lnTo>
                      <a:cubicBezTo>
                        <a:pt x="23762" y="420"/>
                        <a:pt x="23653" y="386"/>
                        <a:pt x="23538" y="386"/>
                      </a:cubicBezTo>
                      <a:close/>
                      <a:moveTo>
                        <a:pt x="25615" y="386"/>
                      </a:moveTo>
                      <a:lnTo>
                        <a:pt x="24602" y="386"/>
                      </a:lnTo>
                      <a:cubicBezTo>
                        <a:pt x="24481" y="386"/>
                        <a:pt x="24395" y="420"/>
                        <a:pt x="24401" y="460"/>
                      </a:cubicBezTo>
                      <a:lnTo>
                        <a:pt x="24487" y="811"/>
                      </a:lnTo>
                      <a:cubicBezTo>
                        <a:pt x="24493" y="852"/>
                        <a:pt x="24608" y="892"/>
                        <a:pt x="24735" y="892"/>
                      </a:cubicBezTo>
                      <a:lnTo>
                        <a:pt x="25759" y="892"/>
                      </a:lnTo>
                      <a:cubicBezTo>
                        <a:pt x="25886" y="892"/>
                        <a:pt x="25972" y="852"/>
                        <a:pt x="25960" y="811"/>
                      </a:cubicBezTo>
                      <a:lnTo>
                        <a:pt x="25863" y="460"/>
                      </a:lnTo>
                      <a:cubicBezTo>
                        <a:pt x="25840" y="420"/>
                        <a:pt x="25730" y="386"/>
                        <a:pt x="25615" y="386"/>
                      </a:cubicBezTo>
                      <a:close/>
                      <a:moveTo>
                        <a:pt x="27698" y="386"/>
                      </a:moveTo>
                      <a:lnTo>
                        <a:pt x="26680" y="386"/>
                      </a:lnTo>
                      <a:cubicBezTo>
                        <a:pt x="26559" y="386"/>
                        <a:pt x="26473" y="420"/>
                        <a:pt x="26490" y="460"/>
                      </a:cubicBezTo>
                      <a:lnTo>
                        <a:pt x="26593" y="811"/>
                      </a:lnTo>
                      <a:cubicBezTo>
                        <a:pt x="26611" y="852"/>
                        <a:pt x="26720" y="892"/>
                        <a:pt x="26841" y="892"/>
                      </a:cubicBezTo>
                      <a:lnTo>
                        <a:pt x="27871" y="892"/>
                      </a:lnTo>
                      <a:cubicBezTo>
                        <a:pt x="27992" y="892"/>
                        <a:pt x="28078" y="852"/>
                        <a:pt x="28061" y="811"/>
                      </a:cubicBezTo>
                      <a:lnTo>
                        <a:pt x="27934" y="460"/>
                      </a:lnTo>
                      <a:cubicBezTo>
                        <a:pt x="27929" y="420"/>
                        <a:pt x="27813" y="386"/>
                        <a:pt x="27698" y="386"/>
                      </a:cubicBezTo>
                      <a:close/>
                      <a:moveTo>
                        <a:pt x="30777" y="386"/>
                      </a:moveTo>
                      <a:lnTo>
                        <a:pt x="28763" y="386"/>
                      </a:lnTo>
                      <a:cubicBezTo>
                        <a:pt x="28636" y="386"/>
                        <a:pt x="28550" y="420"/>
                        <a:pt x="28573" y="460"/>
                      </a:cubicBezTo>
                      <a:lnTo>
                        <a:pt x="28711" y="811"/>
                      </a:lnTo>
                      <a:cubicBezTo>
                        <a:pt x="28723" y="852"/>
                        <a:pt x="28838" y="892"/>
                        <a:pt x="28964" y="892"/>
                      </a:cubicBezTo>
                      <a:lnTo>
                        <a:pt x="31013" y="892"/>
                      </a:lnTo>
                      <a:cubicBezTo>
                        <a:pt x="31134" y="892"/>
                        <a:pt x="31220" y="852"/>
                        <a:pt x="31197" y="811"/>
                      </a:cubicBezTo>
                      <a:lnTo>
                        <a:pt x="31042" y="460"/>
                      </a:lnTo>
                      <a:cubicBezTo>
                        <a:pt x="31013" y="420"/>
                        <a:pt x="30898" y="386"/>
                        <a:pt x="30777" y="386"/>
                      </a:cubicBezTo>
                      <a:close/>
                      <a:moveTo>
                        <a:pt x="30259" y="1565"/>
                      </a:moveTo>
                      <a:lnTo>
                        <a:pt x="31307" y="1565"/>
                      </a:lnTo>
                      <a:cubicBezTo>
                        <a:pt x="31427" y="1565"/>
                        <a:pt x="31514" y="1531"/>
                        <a:pt x="31497" y="1485"/>
                      </a:cubicBezTo>
                      <a:lnTo>
                        <a:pt x="31330" y="1116"/>
                      </a:lnTo>
                      <a:cubicBezTo>
                        <a:pt x="31307" y="1076"/>
                        <a:pt x="31192" y="1042"/>
                        <a:pt x="31071" y="1042"/>
                      </a:cubicBezTo>
                      <a:lnTo>
                        <a:pt x="30041" y="1042"/>
                      </a:lnTo>
                      <a:cubicBezTo>
                        <a:pt x="29920" y="1042"/>
                        <a:pt x="29833" y="1076"/>
                        <a:pt x="29845" y="1116"/>
                      </a:cubicBezTo>
                      <a:lnTo>
                        <a:pt x="30000" y="1485"/>
                      </a:lnTo>
                      <a:cubicBezTo>
                        <a:pt x="30012" y="1531"/>
                        <a:pt x="30133" y="1565"/>
                        <a:pt x="30259" y="1565"/>
                      </a:cubicBezTo>
                      <a:close/>
                      <a:moveTo>
                        <a:pt x="28101" y="1565"/>
                      </a:moveTo>
                      <a:lnTo>
                        <a:pt x="29149" y="1565"/>
                      </a:lnTo>
                      <a:cubicBezTo>
                        <a:pt x="29269" y="1565"/>
                        <a:pt x="29367" y="1531"/>
                        <a:pt x="29344" y="1485"/>
                      </a:cubicBezTo>
                      <a:lnTo>
                        <a:pt x="29200" y="1116"/>
                      </a:lnTo>
                      <a:cubicBezTo>
                        <a:pt x="29183" y="1076"/>
                        <a:pt x="29068" y="1042"/>
                        <a:pt x="28947" y="1042"/>
                      </a:cubicBezTo>
                      <a:lnTo>
                        <a:pt x="27917" y="1042"/>
                      </a:lnTo>
                      <a:cubicBezTo>
                        <a:pt x="27796" y="1042"/>
                        <a:pt x="27710" y="1076"/>
                        <a:pt x="27727" y="1116"/>
                      </a:cubicBezTo>
                      <a:lnTo>
                        <a:pt x="27854" y="1485"/>
                      </a:lnTo>
                      <a:cubicBezTo>
                        <a:pt x="27859" y="1531"/>
                        <a:pt x="27975" y="1565"/>
                        <a:pt x="28101" y="1565"/>
                      </a:cubicBezTo>
                      <a:close/>
                      <a:moveTo>
                        <a:pt x="25949" y="1565"/>
                      </a:moveTo>
                      <a:lnTo>
                        <a:pt x="26996" y="1565"/>
                      </a:lnTo>
                      <a:cubicBezTo>
                        <a:pt x="27123" y="1565"/>
                        <a:pt x="27215" y="1531"/>
                        <a:pt x="27198" y="1485"/>
                      </a:cubicBezTo>
                      <a:lnTo>
                        <a:pt x="27077" y="1116"/>
                      </a:lnTo>
                      <a:cubicBezTo>
                        <a:pt x="27065" y="1076"/>
                        <a:pt x="26956" y="1042"/>
                        <a:pt x="26824" y="1042"/>
                      </a:cubicBezTo>
                      <a:lnTo>
                        <a:pt x="25799" y="1042"/>
                      </a:lnTo>
                      <a:cubicBezTo>
                        <a:pt x="25673" y="1042"/>
                        <a:pt x="25581" y="1076"/>
                        <a:pt x="25598" y="1116"/>
                      </a:cubicBezTo>
                      <a:lnTo>
                        <a:pt x="25696" y="1485"/>
                      </a:lnTo>
                      <a:cubicBezTo>
                        <a:pt x="25713" y="1531"/>
                        <a:pt x="25828" y="1565"/>
                        <a:pt x="25949" y="1565"/>
                      </a:cubicBezTo>
                      <a:close/>
                      <a:moveTo>
                        <a:pt x="23791" y="1565"/>
                      </a:moveTo>
                      <a:lnTo>
                        <a:pt x="24838" y="1565"/>
                      </a:lnTo>
                      <a:cubicBezTo>
                        <a:pt x="24965" y="1565"/>
                        <a:pt x="25057" y="1531"/>
                        <a:pt x="25051" y="1485"/>
                      </a:cubicBezTo>
                      <a:lnTo>
                        <a:pt x="24953" y="1116"/>
                      </a:lnTo>
                      <a:cubicBezTo>
                        <a:pt x="24942" y="1076"/>
                        <a:pt x="24832" y="1042"/>
                        <a:pt x="24712" y="1042"/>
                      </a:cubicBezTo>
                      <a:lnTo>
                        <a:pt x="23681" y="1042"/>
                      </a:lnTo>
                      <a:cubicBezTo>
                        <a:pt x="23561" y="1042"/>
                        <a:pt x="23463" y="1076"/>
                        <a:pt x="23474" y="1116"/>
                      </a:cubicBezTo>
                      <a:lnTo>
                        <a:pt x="23549" y="1485"/>
                      </a:lnTo>
                      <a:cubicBezTo>
                        <a:pt x="23561" y="1531"/>
                        <a:pt x="23670" y="1565"/>
                        <a:pt x="23791" y="1565"/>
                      </a:cubicBezTo>
                      <a:close/>
                      <a:moveTo>
                        <a:pt x="21638" y="1565"/>
                      </a:moveTo>
                      <a:lnTo>
                        <a:pt x="22692" y="1565"/>
                      </a:lnTo>
                      <a:cubicBezTo>
                        <a:pt x="22812" y="1565"/>
                        <a:pt x="22905" y="1531"/>
                        <a:pt x="22899" y="1485"/>
                      </a:cubicBezTo>
                      <a:lnTo>
                        <a:pt x="22824" y="1116"/>
                      </a:lnTo>
                      <a:cubicBezTo>
                        <a:pt x="22818" y="1076"/>
                        <a:pt x="22709" y="1042"/>
                        <a:pt x="22588" y="1042"/>
                      </a:cubicBezTo>
                      <a:lnTo>
                        <a:pt x="21558" y="1042"/>
                      </a:lnTo>
                      <a:cubicBezTo>
                        <a:pt x="21437" y="1042"/>
                        <a:pt x="21345" y="1076"/>
                        <a:pt x="21351" y="1116"/>
                      </a:cubicBezTo>
                      <a:lnTo>
                        <a:pt x="21408" y="1485"/>
                      </a:lnTo>
                      <a:cubicBezTo>
                        <a:pt x="21408" y="1531"/>
                        <a:pt x="21518" y="1565"/>
                        <a:pt x="21638" y="1565"/>
                      </a:cubicBezTo>
                      <a:close/>
                      <a:moveTo>
                        <a:pt x="19486" y="1565"/>
                      </a:moveTo>
                      <a:lnTo>
                        <a:pt x="20539" y="1565"/>
                      </a:lnTo>
                      <a:cubicBezTo>
                        <a:pt x="20660" y="1565"/>
                        <a:pt x="20764" y="1531"/>
                        <a:pt x="20752" y="1485"/>
                      </a:cubicBezTo>
                      <a:lnTo>
                        <a:pt x="20706" y="1116"/>
                      </a:lnTo>
                      <a:cubicBezTo>
                        <a:pt x="20695" y="1076"/>
                        <a:pt x="20597" y="1042"/>
                        <a:pt x="20476" y="1042"/>
                      </a:cubicBezTo>
                      <a:lnTo>
                        <a:pt x="19446" y="1042"/>
                      </a:lnTo>
                      <a:cubicBezTo>
                        <a:pt x="19325" y="1042"/>
                        <a:pt x="19221" y="1076"/>
                        <a:pt x="19227" y="1116"/>
                      </a:cubicBezTo>
                      <a:lnTo>
                        <a:pt x="19268" y="1485"/>
                      </a:lnTo>
                      <a:cubicBezTo>
                        <a:pt x="19256" y="1531"/>
                        <a:pt x="19360" y="1565"/>
                        <a:pt x="19486" y="1565"/>
                      </a:cubicBezTo>
                      <a:close/>
                      <a:moveTo>
                        <a:pt x="17328" y="1565"/>
                      </a:moveTo>
                      <a:lnTo>
                        <a:pt x="18381" y="1565"/>
                      </a:lnTo>
                      <a:cubicBezTo>
                        <a:pt x="18502" y="1565"/>
                        <a:pt x="18606" y="1531"/>
                        <a:pt x="18606" y="1485"/>
                      </a:cubicBezTo>
                      <a:lnTo>
                        <a:pt x="18571" y="1116"/>
                      </a:lnTo>
                      <a:cubicBezTo>
                        <a:pt x="18571" y="1076"/>
                        <a:pt x="18468" y="1042"/>
                        <a:pt x="18341" y="1042"/>
                      </a:cubicBezTo>
                      <a:lnTo>
                        <a:pt x="17317" y="1042"/>
                      </a:lnTo>
                      <a:cubicBezTo>
                        <a:pt x="17190" y="1042"/>
                        <a:pt x="17092" y="1076"/>
                        <a:pt x="17092" y="1116"/>
                      </a:cubicBezTo>
                      <a:lnTo>
                        <a:pt x="17098" y="1485"/>
                      </a:lnTo>
                      <a:cubicBezTo>
                        <a:pt x="17098" y="1531"/>
                        <a:pt x="17207" y="1565"/>
                        <a:pt x="17328" y="1565"/>
                      </a:cubicBezTo>
                      <a:close/>
                      <a:moveTo>
                        <a:pt x="15176" y="1565"/>
                      </a:moveTo>
                      <a:lnTo>
                        <a:pt x="16229" y="1565"/>
                      </a:lnTo>
                      <a:cubicBezTo>
                        <a:pt x="16350" y="1565"/>
                        <a:pt x="16453" y="1531"/>
                        <a:pt x="16453" y="1485"/>
                      </a:cubicBezTo>
                      <a:lnTo>
                        <a:pt x="16453" y="1116"/>
                      </a:lnTo>
                      <a:cubicBezTo>
                        <a:pt x="16453" y="1076"/>
                        <a:pt x="16350" y="1042"/>
                        <a:pt x="16229" y="1042"/>
                      </a:cubicBezTo>
                      <a:lnTo>
                        <a:pt x="15199" y="1042"/>
                      </a:lnTo>
                      <a:cubicBezTo>
                        <a:pt x="15078" y="1042"/>
                        <a:pt x="14974" y="1076"/>
                        <a:pt x="14974" y="1116"/>
                      </a:cubicBezTo>
                      <a:lnTo>
                        <a:pt x="14963" y="1485"/>
                      </a:lnTo>
                      <a:cubicBezTo>
                        <a:pt x="14951" y="1531"/>
                        <a:pt x="15049" y="1565"/>
                        <a:pt x="15176" y="1565"/>
                      </a:cubicBezTo>
                      <a:close/>
                      <a:moveTo>
                        <a:pt x="13018" y="1565"/>
                      </a:moveTo>
                      <a:lnTo>
                        <a:pt x="14071" y="1565"/>
                      </a:lnTo>
                      <a:cubicBezTo>
                        <a:pt x="14192" y="1565"/>
                        <a:pt x="14301" y="1531"/>
                        <a:pt x="14301" y="1485"/>
                      </a:cubicBezTo>
                      <a:lnTo>
                        <a:pt x="14324" y="1116"/>
                      </a:lnTo>
                      <a:cubicBezTo>
                        <a:pt x="14324" y="1076"/>
                        <a:pt x="14226" y="1042"/>
                        <a:pt x="14105" y="1042"/>
                      </a:cubicBezTo>
                      <a:lnTo>
                        <a:pt x="13075" y="1042"/>
                      </a:lnTo>
                      <a:cubicBezTo>
                        <a:pt x="12954" y="1042"/>
                        <a:pt x="12857" y="1076"/>
                        <a:pt x="12845" y="1116"/>
                      </a:cubicBezTo>
                      <a:lnTo>
                        <a:pt x="12811" y="1485"/>
                      </a:lnTo>
                      <a:cubicBezTo>
                        <a:pt x="12799" y="1531"/>
                        <a:pt x="12897" y="1565"/>
                        <a:pt x="13018" y="1565"/>
                      </a:cubicBezTo>
                      <a:close/>
                      <a:moveTo>
                        <a:pt x="10871" y="1565"/>
                      </a:moveTo>
                      <a:lnTo>
                        <a:pt x="11919" y="1565"/>
                      </a:lnTo>
                      <a:cubicBezTo>
                        <a:pt x="12045" y="1565"/>
                        <a:pt x="12149" y="1531"/>
                        <a:pt x="12160" y="1485"/>
                      </a:cubicBezTo>
                      <a:lnTo>
                        <a:pt x="12201" y="1116"/>
                      </a:lnTo>
                      <a:cubicBezTo>
                        <a:pt x="12206" y="1076"/>
                        <a:pt x="12109" y="1042"/>
                        <a:pt x="11988" y="1042"/>
                      </a:cubicBezTo>
                      <a:lnTo>
                        <a:pt x="10958" y="1042"/>
                      </a:lnTo>
                      <a:cubicBezTo>
                        <a:pt x="10837" y="1042"/>
                        <a:pt x="10727" y="1076"/>
                        <a:pt x="10716" y="1116"/>
                      </a:cubicBezTo>
                      <a:lnTo>
                        <a:pt x="10653" y="1485"/>
                      </a:lnTo>
                      <a:cubicBezTo>
                        <a:pt x="10647" y="1531"/>
                        <a:pt x="10739" y="1565"/>
                        <a:pt x="10871" y="1565"/>
                      </a:cubicBezTo>
                      <a:close/>
                      <a:moveTo>
                        <a:pt x="8713" y="1565"/>
                      </a:moveTo>
                      <a:lnTo>
                        <a:pt x="9761" y="1565"/>
                      </a:lnTo>
                      <a:cubicBezTo>
                        <a:pt x="9887" y="1565"/>
                        <a:pt x="9991" y="1531"/>
                        <a:pt x="10008" y="1485"/>
                      </a:cubicBezTo>
                      <a:lnTo>
                        <a:pt x="10077" y="1116"/>
                      </a:lnTo>
                      <a:cubicBezTo>
                        <a:pt x="10089" y="1076"/>
                        <a:pt x="9991" y="1042"/>
                        <a:pt x="9870" y="1042"/>
                      </a:cubicBezTo>
                      <a:lnTo>
                        <a:pt x="8834" y="1042"/>
                      </a:lnTo>
                      <a:cubicBezTo>
                        <a:pt x="8713" y="1042"/>
                        <a:pt x="8604" y="1076"/>
                        <a:pt x="8592" y="1116"/>
                      </a:cubicBezTo>
                      <a:lnTo>
                        <a:pt x="8506" y="1485"/>
                      </a:lnTo>
                      <a:cubicBezTo>
                        <a:pt x="8494" y="1531"/>
                        <a:pt x="8592" y="1565"/>
                        <a:pt x="8713" y="1565"/>
                      </a:cubicBezTo>
                      <a:close/>
                      <a:moveTo>
                        <a:pt x="6561" y="1565"/>
                      </a:moveTo>
                      <a:lnTo>
                        <a:pt x="7614" y="1565"/>
                      </a:lnTo>
                      <a:cubicBezTo>
                        <a:pt x="7735" y="1565"/>
                        <a:pt x="7850" y="1531"/>
                        <a:pt x="7856" y="1485"/>
                      </a:cubicBezTo>
                      <a:lnTo>
                        <a:pt x="7948" y="1116"/>
                      </a:lnTo>
                      <a:cubicBezTo>
                        <a:pt x="7965" y="1076"/>
                        <a:pt x="7873" y="1042"/>
                        <a:pt x="7746" y="1042"/>
                      </a:cubicBezTo>
                      <a:lnTo>
                        <a:pt x="6722" y="1042"/>
                      </a:lnTo>
                      <a:cubicBezTo>
                        <a:pt x="6595" y="1042"/>
                        <a:pt x="6492" y="1076"/>
                        <a:pt x="6475" y="1116"/>
                      </a:cubicBezTo>
                      <a:lnTo>
                        <a:pt x="6365" y="1485"/>
                      </a:lnTo>
                      <a:cubicBezTo>
                        <a:pt x="6348" y="1531"/>
                        <a:pt x="6434" y="1565"/>
                        <a:pt x="6561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31"/>
                        <a:pt x="5703" y="1485"/>
                      </a:cubicBezTo>
                      <a:lnTo>
                        <a:pt x="5818" y="1116"/>
                      </a:lnTo>
                      <a:cubicBezTo>
                        <a:pt x="5836" y="1076"/>
                        <a:pt x="5749" y="1042"/>
                        <a:pt x="5617" y="1042"/>
                      </a:cubicBezTo>
                      <a:lnTo>
                        <a:pt x="4593" y="1042"/>
                      </a:lnTo>
                      <a:cubicBezTo>
                        <a:pt x="4466" y="1042"/>
                        <a:pt x="4351" y="1076"/>
                        <a:pt x="4339" y="1116"/>
                      </a:cubicBezTo>
                      <a:lnTo>
                        <a:pt x="4207" y="1485"/>
                      </a:lnTo>
                      <a:cubicBezTo>
                        <a:pt x="4196" y="1531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9" y="1565"/>
                        <a:pt x="3534" y="1531"/>
                        <a:pt x="3557" y="1485"/>
                      </a:cubicBezTo>
                      <a:lnTo>
                        <a:pt x="3689" y="1116"/>
                      </a:lnTo>
                      <a:cubicBezTo>
                        <a:pt x="3706" y="1076"/>
                        <a:pt x="3620" y="1042"/>
                        <a:pt x="3499" y="1042"/>
                      </a:cubicBezTo>
                      <a:lnTo>
                        <a:pt x="1439" y="1042"/>
                      </a:lnTo>
                      <a:cubicBezTo>
                        <a:pt x="1318" y="1042"/>
                        <a:pt x="1203" y="1076"/>
                        <a:pt x="1180" y="1116"/>
                      </a:cubicBezTo>
                      <a:lnTo>
                        <a:pt x="1013" y="1485"/>
                      </a:lnTo>
                      <a:cubicBezTo>
                        <a:pt x="1002" y="1531"/>
                        <a:pt x="1088" y="1565"/>
                        <a:pt x="1209" y="1565"/>
                      </a:cubicBezTo>
                      <a:close/>
                      <a:moveTo>
                        <a:pt x="26732" y="2273"/>
                      </a:moveTo>
                      <a:lnTo>
                        <a:pt x="27802" y="2273"/>
                      </a:lnTo>
                      <a:cubicBezTo>
                        <a:pt x="27934" y="2273"/>
                        <a:pt x="28021" y="2233"/>
                        <a:pt x="28003" y="2187"/>
                      </a:cubicBezTo>
                      <a:lnTo>
                        <a:pt x="27877" y="1801"/>
                      </a:lnTo>
                      <a:cubicBezTo>
                        <a:pt x="27859" y="1761"/>
                        <a:pt x="27744" y="1727"/>
                        <a:pt x="27618" y="1727"/>
                      </a:cubicBezTo>
                      <a:lnTo>
                        <a:pt x="26565" y="1727"/>
                      </a:lnTo>
                      <a:cubicBezTo>
                        <a:pt x="26444" y="1727"/>
                        <a:pt x="26352" y="1761"/>
                        <a:pt x="26363" y="1801"/>
                      </a:cubicBezTo>
                      <a:lnTo>
                        <a:pt x="26478" y="2187"/>
                      </a:lnTo>
                      <a:cubicBezTo>
                        <a:pt x="26490" y="2227"/>
                        <a:pt x="26605" y="2273"/>
                        <a:pt x="26732" y="2273"/>
                      </a:cubicBezTo>
                      <a:close/>
                      <a:moveTo>
                        <a:pt x="24533" y="2273"/>
                      </a:moveTo>
                      <a:lnTo>
                        <a:pt x="25604" y="2273"/>
                      </a:lnTo>
                      <a:cubicBezTo>
                        <a:pt x="25730" y="2273"/>
                        <a:pt x="25828" y="2233"/>
                        <a:pt x="25811" y="2187"/>
                      </a:cubicBezTo>
                      <a:lnTo>
                        <a:pt x="25701" y="1801"/>
                      </a:lnTo>
                      <a:cubicBezTo>
                        <a:pt x="25690" y="1761"/>
                        <a:pt x="25581" y="1727"/>
                        <a:pt x="25454" y="1727"/>
                      </a:cubicBezTo>
                      <a:lnTo>
                        <a:pt x="24401" y="1727"/>
                      </a:lnTo>
                      <a:cubicBezTo>
                        <a:pt x="24280" y="1727"/>
                        <a:pt x="24188" y="1761"/>
                        <a:pt x="24194" y="1801"/>
                      </a:cubicBezTo>
                      <a:lnTo>
                        <a:pt x="24280" y="2187"/>
                      </a:lnTo>
                      <a:cubicBezTo>
                        <a:pt x="24286" y="2227"/>
                        <a:pt x="24401" y="2273"/>
                        <a:pt x="24533" y="2273"/>
                      </a:cubicBezTo>
                      <a:close/>
                      <a:moveTo>
                        <a:pt x="22329" y="2273"/>
                      </a:moveTo>
                      <a:lnTo>
                        <a:pt x="23399" y="2273"/>
                      </a:lnTo>
                      <a:cubicBezTo>
                        <a:pt x="23532" y="2273"/>
                        <a:pt x="23624" y="2233"/>
                        <a:pt x="23618" y="2187"/>
                      </a:cubicBezTo>
                      <a:lnTo>
                        <a:pt x="23538" y="1801"/>
                      </a:lnTo>
                      <a:cubicBezTo>
                        <a:pt x="23532" y="1761"/>
                        <a:pt x="23417" y="1727"/>
                        <a:pt x="23296" y="1727"/>
                      </a:cubicBezTo>
                      <a:lnTo>
                        <a:pt x="22243" y="1727"/>
                      </a:lnTo>
                      <a:cubicBezTo>
                        <a:pt x="22122" y="1727"/>
                        <a:pt x="22018" y="1761"/>
                        <a:pt x="22030" y="1801"/>
                      </a:cubicBezTo>
                      <a:lnTo>
                        <a:pt x="22093" y="2187"/>
                      </a:lnTo>
                      <a:cubicBezTo>
                        <a:pt x="22093" y="2227"/>
                        <a:pt x="22202" y="2273"/>
                        <a:pt x="22329" y="2273"/>
                      </a:cubicBezTo>
                      <a:close/>
                      <a:moveTo>
                        <a:pt x="20131" y="2273"/>
                      </a:moveTo>
                      <a:lnTo>
                        <a:pt x="21201" y="2273"/>
                      </a:lnTo>
                      <a:cubicBezTo>
                        <a:pt x="21328" y="2273"/>
                        <a:pt x="21426" y="2233"/>
                        <a:pt x="21414" y="2187"/>
                      </a:cubicBezTo>
                      <a:lnTo>
                        <a:pt x="21357" y="1801"/>
                      </a:lnTo>
                      <a:cubicBezTo>
                        <a:pt x="21351" y="1761"/>
                        <a:pt x="21241" y="1727"/>
                        <a:pt x="21121" y="1727"/>
                      </a:cubicBezTo>
                      <a:lnTo>
                        <a:pt x="20073" y="1727"/>
                      </a:lnTo>
                      <a:cubicBezTo>
                        <a:pt x="19947" y="1727"/>
                        <a:pt x="19849" y="1761"/>
                        <a:pt x="19855" y="1801"/>
                      </a:cubicBezTo>
                      <a:lnTo>
                        <a:pt x="19901" y="2187"/>
                      </a:lnTo>
                      <a:cubicBezTo>
                        <a:pt x="19889" y="2227"/>
                        <a:pt x="19998" y="2273"/>
                        <a:pt x="20131" y="2273"/>
                      </a:cubicBezTo>
                      <a:close/>
                      <a:moveTo>
                        <a:pt x="17927" y="2273"/>
                      </a:moveTo>
                      <a:lnTo>
                        <a:pt x="18997" y="2273"/>
                      </a:lnTo>
                      <a:cubicBezTo>
                        <a:pt x="19129" y="2273"/>
                        <a:pt x="19227" y="2233"/>
                        <a:pt x="19221" y="2187"/>
                      </a:cubicBezTo>
                      <a:lnTo>
                        <a:pt x="19187" y="1801"/>
                      </a:lnTo>
                      <a:cubicBezTo>
                        <a:pt x="19181" y="1761"/>
                        <a:pt x="19078" y="1727"/>
                        <a:pt x="18951" y="1727"/>
                      </a:cubicBezTo>
                      <a:lnTo>
                        <a:pt x="17898" y="1727"/>
                      </a:lnTo>
                      <a:cubicBezTo>
                        <a:pt x="17777" y="1727"/>
                        <a:pt x="17673" y="1761"/>
                        <a:pt x="17673" y="1801"/>
                      </a:cubicBezTo>
                      <a:lnTo>
                        <a:pt x="17691" y="2187"/>
                      </a:lnTo>
                      <a:cubicBezTo>
                        <a:pt x="17691" y="2227"/>
                        <a:pt x="17800" y="2273"/>
                        <a:pt x="17927" y="2273"/>
                      </a:cubicBezTo>
                      <a:close/>
                      <a:moveTo>
                        <a:pt x="15717" y="2273"/>
                      </a:moveTo>
                      <a:lnTo>
                        <a:pt x="16793" y="2273"/>
                      </a:lnTo>
                      <a:cubicBezTo>
                        <a:pt x="16920" y="2273"/>
                        <a:pt x="17017" y="2233"/>
                        <a:pt x="17017" y="2187"/>
                      </a:cubicBezTo>
                      <a:lnTo>
                        <a:pt x="17012" y="1801"/>
                      </a:lnTo>
                      <a:cubicBezTo>
                        <a:pt x="17012" y="1761"/>
                        <a:pt x="16914" y="1727"/>
                        <a:pt x="16781" y="1727"/>
                      </a:cubicBezTo>
                      <a:lnTo>
                        <a:pt x="15734" y="1727"/>
                      </a:lnTo>
                      <a:cubicBezTo>
                        <a:pt x="15613" y="1727"/>
                        <a:pt x="15504" y="1761"/>
                        <a:pt x="15504" y="1801"/>
                      </a:cubicBezTo>
                      <a:lnTo>
                        <a:pt x="15498" y="2187"/>
                      </a:lnTo>
                      <a:cubicBezTo>
                        <a:pt x="15487" y="2227"/>
                        <a:pt x="15596" y="2273"/>
                        <a:pt x="15717" y="2273"/>
                      </a:cubicBezTo>
                      <a:close/>
                      <a:moveTo>
                        <a:pt x="13518" y="2273"/>
                      </a:moveTo>
                      <a:lnTo>
                        <a:pt x="14589" y="2273"/>
                      </a:lnTo>
                      <a:cubicBezTo>
                        <a:pt x="14721" y="2273"/>
                        <a:pt x="14819" y="2233"/>
                        <a:pt x="14825" y="2187"/>
                      </a:cubicBezTo>
                      <a:lnTo>
                        <a:pt x="14842" y="1801"/>
                      </a:lnTo>
                      <a:cubicBezTo>
                        <a:pt x="14842" y="1761"/>
                        <a:pt x="14738" y="1727"/>
                        <a:pt x="14618" y="1727"/>
                      </a:cubicBezTo>
                      <a:lnTo>
                        <a:pt x="13570" y="1727"/>
                      </a:lnTo>
                      <a:cubicBezTo>
                        <a:pt x="13444" y="1727"/>
                        <a:pt x="13340" y="1761"/>
                        <a:pt x="13329" y="1801"/>
                      </a:cubicBezTo>
                      <a:lnTo>
                        <a:pt x="13294" y="2187"/>
                      </a:lnTo>
                      <a:cubicBezTo>
                        <a:pt x="13294" y="2227"/>
                        <a:pt x="13398" y="2273"/>
                        <a:pt x="13518" y="2273"/>
                      </a:cubicBezTo>
                      <a:close/>
                      <a:moveTo>
                        <a:pt x="11314" y="2273"/>
                      </a:moveTo>
                      <a:lnTo>
                        <a:pt x="12390" y="2273"/>
                      </a:lnTo>
                      <a:cubicBezTo>
                        <a:pt x="12517" y="2273"/>
                        <a:pt x="12626" y="2233"/>
                        <a:pt x="12626" y="2187"/>
                      </a:cubicBezTo>
                      <a:lnTo>
                        <a:pt x="12667" y="1801"/>
                      </a:lnTo>
                      <a:cubicBezTo>
                        <a:pt x="12678" y="1761"/>
                        <a:pt x="12575" y="1727"/>
                        <a:pt x="12454" y="1727"/>
                      </a:cubicBezTo>
                      <a:lnTo>
                        <a:pt x="11401" y="1727"/>
                      </a:lnTo>
                      <a:cubicBezTo>
                        <a:pt x="11280" y="1727"/>
                        <a:pt x="11170" y="1761"/>
                        <a:pt x="11165" y="1801"/>
                      </a:cubicBezTo>
                      <a:lnTo>
                        <a:pt x="11107" y="2187"/>
                      </a:lnTo>
                      <a:cubicBezTo>
                        <a:pt x="11096" y="2227"/>
                        <a:pt x="11193" y="2273"/>
                        <a:pt x="11314" y="2273"/>
                      </a:cubicBezTo>
                      <a:close/>
                      <a:moveTo>
                        <a:pt x="9116" y="2273"/>
                      </a:moveTo>
                      <a:lnTo>
                        <a:pt x="10186" y="2273"/>
                      </a:lnTo>
                      <a:cubicBezTo>
                        <a:pt x="10319" y="2273"/>
                        <a:pt x="10422" y="2233"/>
                        <a:pt x="10434" y="2187"/>
                      </a:cubicBezTo>
                      <a:lnTo>
                        <a:pt x="10497" y="1801"/>
                      </a:lnTo>
                      <a:cubicBezTo>
                        <a:pt x="10503" y="1761"/>
                        <a:pt x="10411" y="1727"/>
                        <a:pt x="10278" y="1727"/>
                      </a:cubicBezTo>
                      <a:lnTo>
                        <a:pt x="9231" y="1727"/>
                      </a:lnTo>
                      <a:cubicBezTo>
                        <a:pt x="9110" y="1727"/>
                        <a:pt x="8995" y="1761"/>
                        <a:pt x="8984" y="1801"/>
                      </a:cubicBezTo>
                      <a:lnTo>
                        <a:pt x="8909" y="2187"/>
                      </a:lnTo>
                      <a:cubicBezTo>
                        <a:pt x="8892" y="2227"/>
                        <a:pt x="8989" y="2273"/>
                        <a:pt x="9116" y="2273"/>
                      </a:cubicBezTo>
                      <a:close/>
                      <a:moveTo>
                        <a:pt x="6912" y="2273"/>
                      </a:moveTo>
                      <a:lnTo>
                        <a:pt x="7988" y="2273"/>
                      </a:lnTo>
                      <a:cubicBezTo>
                        <a:pt x="8115" y="2273"/>
                        <a:pt x="8224" y="2233"/>
                        <a:pt x="8236" y="2187"/>
                      </a:cubicBezTo>
                      <a:lnTo>
                        <a:pt x="8322" y="1801"/>
                      </a:lnTo>
                      <a:cubicBezTo>
                        <a:pt x="8333" y="1761"/>
                        <a:pt x="8247" y="1727"/>
                        <a:pt x="8115" y="1727"/>
                      </a:cubicBezTo>
                      <a:lnTo>
                        <a:pt x="7067" y="1727"/>
                      </a:lnTo>
                      <a:cubicBezTo>
                        <a:pt x="6941" y="1727"/>
                        <a:pt x="6826" y="1761"/>
                        <a:pt x="6814" y="1801"/>
                      </a:cubicBezTo>
                      <a:lnTo>
                        <a:pt x="6705" y="2187"/>
                      </a:lnTo>
                      <a:cubicBezTo>
                        <a:pt x="6699" y="2227"/>
                        <a:pt x="6791" y="2273"/>
                        <a:pt x="6912" y="2273"/>
                      </a:cubicBezTo>
                      <a:close/>
                      <a:moveTo>
                        <a:pt x="4714" y="2273"/>
                      </a:moveTo>
                      <a:lnTo>
                        <a:pt x="5784" y="2273"/>
                      </a:lnTo>
                      <a:cubicBezTo>
                        <a:pt x="5916" y="2273"/>
                        <a:pt x="6031" y="2233"/>
                        <a:pt x="6043" y="2187"/>
                      </a:cubicBezTo>
                      <a:lnTo>
                        <a:pt x="6158" y="1801"/>
                      </a:lnTo>
                      <a:cubicBezTo>
                        <a:pt x="6170" y="1761"/>
                        <a:pt x="6077" y="1727"/>
                        <a:pt x="5957" y="1727"/>
                      </a:cubicBezTo>
                      <a:lnTo>
                        <a:pt x="4903" y="1727"/>
                      </a:lnTo>
                      <a:cubicBezTo>
                        <a:pt x="4783" y="1727"/>
                        <a:pt x="4668" y="1761"/>
                        <a:pt x="4645" y="1801"/>
                      </a:cubicBezTo>
                      <a:lnTo>
                        <a:pt x="4518" y="2187"/>
                      </a:lnTo>
                      <a:cubicBezTo>
                        <a:pt x="4495" y="2227"/>
                        <a:pt x="4593" y="2273"/>
                        <a:pt x="4714" y="2273"/>
                      </a:cubicBezTo>
                      <a:close/>
                      <a:moveTo>
                        <a:pt x="892" y="2273"/>
                      </a:moveTo>
                      <a:lnTo>
                        <a:pt x="3586" y="2273"/>
                      </a:lnTo>
                      <a:cubicBezTo>
                        <a:pt x="3712" y="2273"/>
                        <a:pt x="3827" y="2233"/>
                        <a:pt x="3845" y="2187"/>
                      </a:cubicBezTo>
                      <a:lnTo>
                        <a:pt x="3977" y="1801"/>
                      </a:lnTo>
                      <a:cubicBezTo>
                        <a:pt x="3994" y="1761"/>
                        <a:pt x="3908" y="1727"/>
                        <a:pt x="3776" y="1727"/>
                      </a:cubicBezTo>
                      <a:lnTo>
                        <a:pt x="1140" y="1727"/>
                      </a:lnTo>
                      <a:cubicBezTo>
                        <a:pt x="1013" y="1727"/>
                        <a:pt x="892" y="1761"/>
                        <a:pt x="869" y="1801"/>
                      </a:cubicBezTo>
                      <a:lnTo>
                        <a:pt x="697" y="2187"/>
                      </a:lnTo>
                      <a:cubicBezTo>
                        <a:pt x="685" y="2227"/>
                        <a:pt x="772" y="2273"/>
                        <a:pt x="892" y="2273"/>
                      </a:cubicBezTo>
                      <a:close/>
                      <a:moveTo>
                        <a:pt x="28936" y="2273"/>
                      </a:moveTo>
                      <a:lnTo>
                        <a:pt x="31623" y="2273"/>
                      </a:lnTo>
                      <a:cubicBezTo>
                        <a:pt x="31755" y="2273"/>
                        <a:pt x="31842" y="2233"/>
                        <a:pt x="31819" y="2187"/>
                      </a:cubicBezTo>
                      <a:lnTo>
                        <a:pt x="31646" y="1801"/>
                      </a:lnTo>
                      <a:cubicBezTo>
                        <a:pt x="31623" y="1761"/>
                        <a:pt x="31508" y="1727"/>
                        <a:pt x="31381" y="1727"/>
                      </a:cubicBezTo>
                      <a:lnTo>
                        <a:pt x="28734" y="1727"/>
                      </a:lnTo>
                      <a:cubicBezTo>
                        <a:pt x="28608" y="1727"/>
                        <a:pt x="28516" y="1761"/>
                        <a:pt x="28533" y="1801"/>
                      </a:cubicBezTo>
                      <a:lnTo>
                        <a:pt x="28665" y="2187"/>
                      </a:lnTo>
                      <a:cubicBezTo>
                        <a:pt x="28688" y="2227"/>
                        <a:pt x="28803" y="2273"/>
                        <a:pt x="28936" y="2273"/>
                      </a:cubicBezTo>
                      <a:close/>
                      <a:moveTo>
                        <a:pt x="25840" y="2998"/>
                      </a:moveTo>
                      <a:lnTo>
                        <a:pt x="26933" y="2998"/>
                      </a:lnTo>
                      <a:cubicBezTo>
                        <a:pt x="27065" y="2998"/>
                        <a:pt x="27157" y="2964"/>
                        <a:pt x="27140" y="2912"/>
                      </a:cubicBezTo>
                      <a:lnTo>
                        <a:pt x="27019" y="2515"/>
                      </a:lnTo>
                      <a:cubicBezTo>
                        <a:pt x="27008" y="2463"/>
                        <a:pt x="26893" y="2429"/>
                        <a:pt x="26760" y="2429"/>
                      </a:cubicBezTo>
                      <a:lnTo>
                        <a:pt x="25690" y="2429"/>
                      </a:lnTo>
                      <a:cubicBezTo>
                        <a:pt x="25558" y="2429"/>
                        <a:pt x="25465" y="2463"/>
                        <a:pt x="25483" y="2515"/>
                      </a:cubicBezTo>
                      <a:lnTo>
                        <a:pt x="25586" y="2912"/>
                      </a:lnTo>
                      <a:cubicBezTo>
                        <a:pt x="25598" y="2964"/>
                        <a:pt x="25713" y="2998"/>
                        <a:pt x="25840" y="2998"/>
                      </a:cubicBezTo>
                      <a:close/>
                      <a:moveTo>
                        <a:pt x="23589" y="2998"/>
                      </a:moveTo>
                      <a:lnTo>
                        <a:pt x="24683" y="2998"/>
                      </a:lnTo>
                      <a:cubicBezTo>
                        <a:pt x="24809" y="2998"/>
                        <a:pt x="24901" y="2964"/>
                        <a:pt x="24896" y="2912"/>
                      </a:cubicBezTo>
                      <a:lnTo>
                        <a:pt x="24798" y="2515"/>
                      </a:lnTo>
                      <a:cubicBezTo>
                        <a:pt x="24781" y="2463"/>
                        <a:pt x="24677" y="2429"/>
                        <a:pt x="24545" y="2429"/>
                      </a:cubicBezTo>
                      <a:lnTo>
                        <a:pt x="23474" y="2429"/>
                      </a:lnTo>
                      <a:cubicBezTo>
                        <a:pt x="23342" y="2429"/>
                        <a:pt x="23250" y="2463"/>
                        <a:pt x="23256" y="2515"/>
                      </a:cubicBezTo>
                      <a:lnTo>
                        <a:pt x="23336" y="2912"/>
                      </a:lnTo>
                      <a:cubicBezTo>
                        <a:pt x="23342" y="2964"/>
                        <a:pt x="23457" y="2998"/>
                        <a:pt x="23589" y="2998"/>
                      </a:cubicBezTo>
                      <a:close/>
                      <a:moveTo>
                        <a:pt x="21339" y="2998"/>
                      </a:moveTo>
                      <a:lnTo>
                        <a:pt x="22433" y="2998"/>
                      </a:lnTo>
                      <a:cubicBezTo>
                        <a:pt x="22559" y="2998"/>
                        <a:pt x="22663" y="2964"/>
                        <a:pt x="22651" y="2912"/>
                      </a:cubicBezTo>
                      <a:lnTo>
                        <a:pt x="22582" y="2515"/>
                      </a:lnTo>
                      <a:cubicBezTo>
                        <a:pt x="22577" y="2463"/>
                        <a:pt x="22461" y="2429"/>
                        <a:pt x="22335" y="2429"/>
                      </a:cubicBezTo>
                      <a:lnTo>
                        <a:pt x="21264" y="2429"/>
                      </a:lnTo>
                      <a:cubicBezTo>
                        <a:pt x="21132" y="2429"/>
                        <a:pt x="21034" y="2463"/>
                        <a:pt x="21040" y="2515"/>
                      </a:cubicBezTo>
                      <a:lnTo>
                        <a:pt x="21098" y="2912"/>
                      </a:lnTo>
                      <a:cubicBezTo>
                        <a:pt x="21098" y="2964"/>
                        <a:pt x="21207" y="2998"/>
                        <a:pt x="21339" y="2998"/>
                      </a:cubicBezTo>
                      <a:close/>
                      <a:moveTo>
                        <a:pt x="19083" y="2998"/>
                      </a:moveTo>
                      <a:lnTo>
                        <a:pt x="20177" y="2998"/>
                      </a:lnTo>
                      <a:cubicBezTo>
                        <a:pt x="20309" y="2998"/>
                        <a:pt x="20407" y="2964"/>
                        <a:pt x="20401" y="2912"/>
                      </a:cubicBezTo>
                      <a:lnTo>
                        <a:pt x="20349" y="2515"/>
                      </a:lnTo>
                      <a:cubicBezTo>
                        <a:pt x="20344" y="2463"/>
                        <a:pt x="20234" y="2429"/>
                        <a:pt x="20108" y="2429"/>
                      </a:cubicBezTo>
                      <a:lnTo>
                        <a:pt x="19037" y="2429"/>
                      </a:lnTo>
                      <a:cubicBezTo>
                        <a:pt x="18905" y="2429"/>
                        <a:pt x="18807" y="2463"/>
                        <a:pt x="18813" y="2515"/>
                      </a:cubicBezTo>
                      <a:lnTo>
                        <a:pt x="18842" y="2912"/>
                      </a:lnTo>
                      <a:cubicBezTo>
                        <a:pt x="18847" y="2964"/>
                        <a:pt x="18957" y="2998"/>
                        <a:pt x="19083" y="2998"/>
                      </a:cubicBezTo>
                      <a:close/>
                      <a:moveTo>
                        <a:pt x="16833" y="2998"/>
                      </a:moveTo>
                      <a:lnTo>
                        <a:pt x="17927" y="2998"/>
                      </a:lnTo>
                      <a:cubicBezTo>
                        <a:pt x="18053" y="2998"/>
                        <a:pt x="18163" y="2964"/>
                        <a:pt x="18157" y="2912"/>
                      </a:cubicBezTo>
                      <a:lnTo>
                        <a:pt x="18134" y="2515"/>
                      </a:lnTo>
                      <a:cubicBezTo>
                        <a:pt x="18134" y="2463"/>
                        <a:pt x="18024" y="2429"/>
                        <a:pt x="17898" y="2429"/>
                      </a:cubicBezTo>
                      <a:lnTo>
                        <a:pt x="16827" y="2429"/>
                      </a:lnTo>
                      <a:cubicBezTo>
                        <a:pt x="16695" y="2429"/>
                        <a:pt x="16597" y="2463"/>
                        <a:pt x="16597" y="2515"/>
                      </a:cubicBezTo>
                      <a:lnTo>
                        <a:pt x="16603" y="2912"/>
                      </a:lnTo>
                      <a:cubicBezTo>
                        <a:pt x="16597" y="2964"/>
                        <a:pt x="16707" y="2998"/>
                        <a:pt x="16833" y="2998"/>
                      </a:cubicBezTo>
                      <a:close/>
                      <a:moveTo>
                        <a:pt x="14583" y="2998"/>
                      </a:moveTo>
                      <a:lnTo>
                        <a:pt x="15676" y="2998"/>
                      </a:lnTo>
                      <a:cubicBezTo>
                        <a:pt x="15803" y="2998"/>
                        <a:pt x="15912" y="2964"/>
                        <a:pt x="15912" y="2912"/>
                      </a:cubicBezTo>
                      <a:lnTo>
                        <a:pt x="15918" y="2515"/>
                      </a:lnTo>
                      <a:cubicBezTo>
                        <a:pt x="15918" y="2463"/>
                        <a:pt x="15820" y="2429"/>
                        <a:pt x="15688" y="2429"/>
                      </a:cubicBezTo>
                      <a:lnTo>
                        <a:pt x="14618" y="2429"/>
                      </a:lnTo>
                      <a:cubicBezTo>
                        <a:pt x="14491" y="2429"/>
                        <a:pt x="14382" y="2463"/>
                        <a:pt x="14382" y="2515"/>
                      </a:cubicBezTo>
                      <a:lnTo>
                        <a:pt x="14359" y="2912"/>
                      </a:lnTo>
                      <a:cubicBezTo>
                        <a:pt x="14353" y="2964"/>
                        <a:pt x="14451" y="2998"/>
                        <a:pt x="14583" y="2998"/>
                      </a:cubicBezTo>
                      <a:close/>
                      <a:moveTo>
                        <a:pt x="12339" y="2998"/>
                      </a:moveTo>
                      <a:lnTo>
                        <a:pt x="13432" y="2998"/>
                      </a:lnTo>
                      <a:cubicBezTo>
                        <a:pt x="13559" y="2998"/>
                        <a:pt x="13668" y="2964"/>
                        <a:pt x="13674" y="2912"/>
                      </a:cubicBezTo>
                      <a:lnTo>
                        <a:pt x="13703" y="2515"/>
                      </a:lnTo>
                      <a:cubicBezTo>
                        <a:pt x="13703" y="2463"/>
                        <a:pt x="13605" y="2429"/>
                        <a:pt x="13484" y="2429"/>
                      </a:cubicBezTo>
                      <a:lnTo>
                        <a:pt x="12408" y="2429"/>
                      </a:lnTo>
                      <a:cubicBezTo>
                        <a:pt x="12281" y="2429"/>
                        <a:pt x="12172" y="2463"/>
                        <a:pt x="12166" y="2515"/>
                      </a:cubicBezTo>
                      <a:lnTo>
                        <a:pt x="12114" y="2912"/>
                      </a:lnTo>
                      <a:cubicBezTo>
                        <a:pt x="12103" y="2964"/>
                        <a:pt x="12201" y="2998"/>
                        <a:pt x="12339" y="2998"/>
                      </a:cubicBezTo>
                      <a:close/>
                      <a:moveTo>
                        <a:pt x="10089" y="2998"/>
                      </a:moveTo>
                      <a:lnTo>
                        <a:pt x="11182" y="2998"/>
                      </a:lnTo>
                      <a:cubicBezTo>
                        <a:pt x="11309" y="2998"/>
                        <a:pt x="11424" y="2964"/>
                        <a:pt x="11429" y="2912"/>
                      </a:cubicBezTo>
                      <a:lnTo>
                        <a:pt x="11487" y="2515"/>
                      </a:lnTo>
                      <a:cubicBezTo>
                        <a:pt x="11498" y="2463"/>
                        <a:pt x="11395" y="2429"/>
                        <a:pt x="11268" y="2429"/>
                      </a:cubicBezTo>
                      <a:lnTo>
                        <a:pt x="10192" y="2429"/>
                      </a:lnTo>
                      <a:cubicBezTo>
                        <a:pt x="10066" y="2429"/>
                        <a:pt x="9956" y="2463"/>
                        <a:pt x="9950" y="2515"/>
                      </a:cubicBezTo>
                      <a:lnTo>
                        <a:pt x="9876" y="2912"/>
                      </a:lnTo>
                      <a:cubicBezTo>
                        <a:pt x="9853" y="2964"/>
                        <a:pt x="9956" y="2998"/>
                        <a:pt x="10089" y="2998"/>
                      </a:cubicBezTo>
                      <a:close/>
                      <a:moveTo>
                        <a:pt x="7833" y="2998"/>
                      </a:moveTo>
                      <a:lnTo>
                        <a:pt x="8926" y="2998"/>
                      </a:lnTo>
                      <a:cubicBezTo>
                        <a:pt x="9058" y="2998"/>
                        <a:pt x="9174" y="2964"/>
                        <a:pt x="9179" y="2912"/>
                      </a:cubicBezTo>
                      <a:lnTo>
                        <a:pt x="9260" y="2515"/>
                      </a:lnTo>
                      <a:cubicBezTo>
                        <a:pt x="9266" y="2463"/>
                        <a:pt x="9174" y="2429"/>
                        <a:pt x="9041" y="2429"/>
                      </a:cubicBezTo>
                      <a:lnTo>
                        <a:pt x="7971" y="2429"/>
                      </a:lnTo>
                      <a:cubicBezTo>
                        <a:pt x="7838" y="2429"/>
                        <a:pt x="7729" y="2463"/>
                        <a:pt x="7718" y="2515"/>
                      </a:cubicBezTo>
                      <a:lnTo>
                        <a:pt x="7620" y="2912"/>
                      </a:lnTo>
                      <a:cubicBezTo>
                        <a:pt x="7602" y="2964"/>
                        <a:pt x="7706" y="2998"/>
                        <a:pt x="7833" y="2998"/>
                      </a:cubicBezTo>
                      <a:close/>
                      <a:moveTo>
                        <a:pt x="5583" y="2998"/>
                      </a:moveTo>
                      <a:lnTo>
                        <a:pt x="6676" y="2998"/>
                      </a:lnTo>
                      <a:cubicBezTo>
                        <a:pt x="6808" y="2998"/>
                        <a:pt x="6923" y="2964"/>
                        <a:pt x="6935" y="2912"/>
                      </a:cubicBezTo>
                      <a:lnTo>
                        <a:pt x="7044" y="2515"/>
                      </a:lnTo>
                      <a:cubicBezTo>
                        <a:pt x="7056" y="2463"/>
                        <a:pt x="6964" y="2429"/>
                        <a:pt x="6831" y="2429"/>
                      </a:cubicBezTo>
                      <a:lnTo>
                        <a:pt x="5761" y="2429"/>
                      </a:lnTo>
                      <a:cubicBezTo>
                        <a:pt x="5634" y="2429"/>
                        <a:pt x="5519" y="2463"/>
                        <a:pt x="5502" y="2515"/>
                      </a:cubicBezTo>
                      <a:lnTo>
                        <a:pt x="5381" y="2912"/>
                      </a:lnTo>
                      <a:cubicBezTo>
                        <a:pt x="5358" y="2964"/>
                        <a:pt x="5456" y="2998"/>
                        <a:pt x="5583" y="2998"/>
                      </a:cubicBezTo>
                      <a:close/>
                      <a:moveTo>
                        <a:pt x="570" y="2998"/>
                      </a:moveTo>
                      <a:lnTo>
                        <a:pt x="4426" y="2998"/>
                      </a:lnTo>
                      <a:cubicBezTo>
                        <a:pt x="4552" y="2998"/>
                        <a:pt x="4673" y="2964"/>
                        <a:pt x="4691" y="2912"/>
                      </a:cubicBezTo>
                      <a:lnTo>
                        <a:pt x="4817" y="2515"/>
                      </a:lnTo>
                      <a:cubicBezTo>
                        <a:pt x="4834" y="2463"/>
                        <a:pt x="4742" y="2429"/>
                        <a:pt x="4616" y="2429"/>
                      </a:cubicBezTo>
                      <a:lnTo>
                        <a:pt x="829" y="2429"/>
                      </a:lnTo>
                      <a:cubicBezTo>
                        <a:pt x="697" y="2429"/>
                        <a:pt x="576" y="2463"/>
                        <a:pt x="553" y="2515"/>
                      </a:cubicBezTo>
                      <a:lnTo>
                        <a:pt x="374" y="2912"/>
                      </a:lnTo>
                      <a:cubicBezTo>
                        <a:pt x="346" y="2964"/>
                        <a:pt x="432" y="2998"/>
                        <a:pt x="570" y="2998"/>
                      </a:cubicBezTo>
                      <a:close/>
                      <a:moveTo>
                        <a:pt x="28090" y="2998"/>
                      </a:moveTo>
                      <a:lnTo>
                        <a:pt x="31945" y="2998"/>
                      </a:lnTo>
                      <a:cubicBezTo>
                        <a:pt x="32078" y="2998"/>
                        <a:pt x="32164" y="2964"/>
                        <a:pt x="32141" y="2912"/>
                      </a:cubicBezTo>
                      <a:lnTo>
                        <a:pt x="31963" y="2515"/>
                      </a:lnTo>
                      <a:cubicBezTo>
                        <a:pt x="31940" y="2463"/>
                        <a:pt x="31819" y="2429"/>
                        <a:pt x="31686" y="2429"/>
                      </a:cubicBezTo>
                      <a:lnTo>
                        <a:pt x="27900" y="2429"/>
                      </a:lnTo>
                      <a:cubicBezTo>
                        <a:pt x="27767" y="2429"/>
                        <a:pt x="27675" y="2463"/>
                        <a:pt x="27698" y="2515"/>
                      </a:cubicBezTo>
                      <a:lnTo>
                        <a:pt x="27825" y="2912"/>
                      </a:lnTo>
                      <a:cubicBezTo>
                        <a:pt x="27842" y="2964"/>
                        <a:pt x="27963" y="2998"/>
                        <a:pt x="28090" y="2998"/>
                      </a:cubicBezTo>
                      <a:close/>
                      <a:moveTo>
                        <a:pt x="26576" y="3769"/>
                      </a:moveTo>
                      <a:lnTo>
                        <a:pt x="27744" y="3769"/>
                      </a:lnTo>
                      <a:cubicBezTo>
                        <a:pt x="27882" y="3769"/>
                        <a:pt x="27975" y="3723"/>
                        <a:pt x="27957" y="3672"/>
                      </a:cubicBezTo>
                      <a:lnTo>
                        <a:pt x="27917" y="3551"/>
                      </a:lnTo>
                      <a:cubicBezTo>
                        <a:pt x="27905" y="3499"/>
                        <a:pt x="27785" y="3459"/>
                        <a:pt x="27652" y="3459"/>
                      </a:cubicBezTo>
                      <a:lnTo>
                        <a:pt x="26496" y="3459"/>
                      </a:lnTo>
                      <a:cubicBezTo>
                        <a:pt x="26363" y="3459"/>
                        <a:pt x="26265" y="3499"/>
                        <a:pt x="26277" y="3551"/>
                      </a:cubicBezTo>
                      <a:lnTo>
                        <a:pt x="26317" y="3672"/>
                      </a:lnTo>
                      <a:cubicBezTo>
                        <a:pt x="26323" y="3723"/>
                        <a:pt x="26444" y="3769"/>
                        <a:pt x="26576" y="3769"/>
                      </a:cubicBezTo>
                      <a:close/>
                      <a:moveTo>
                        <a:pt x="28849" y="3769"/>
                      </a:moveTo>
                      <a:lnTo>
                        <a:pt x="30018" y="3769"/>
                      </a:lnTo>
                      <a:cubicBezTo>
                        <a:pt x="30156" y="3769"/>
                        <a:pt x="30242" y="3723"/>
                        <a:pt x="30230" y="3672"/>
                      </a:cubicBezTo>
                      <a:lnTo>
                        <a:pt x="30064" y="3257"/>
                      </a:lnTo>
                      <a:cubicBezTo>
                        <a:pt x="30041" y="3205"/>
                        <a:pt x="29920" y="3171"/>
                        <a:pt x="29787" y="3171"/>
                      </a:cubicBezTo>
                      <a:lnTo>
                        <a:pt x="28636" y="3171"/>
                      </a:lnTo>
                      <a:cubicBezTo>
                        <a:pt x="28510" y="3171"/>
                        <a:pt x="28418" y="3211"/>
                        <a:pt x="28429" y="3257"/>
                      </a:cubicBezTo>
                      <a:lnTo>
                        <a:pt x="28573" y="3672"/>
                      </a:lnTo>
                      <a:cubicBezTo>
                        <a:pt x="28596" y="3723"/>
                        <a:pt x="28717" y="3769"/>
                        <a:pt x="28849" y="3769"/>
                      </a:cubicBezTo>
                      <a:close/>
                      <a:moveTo>
                        <a:pt x="31122" y="3769"/>
                      </a:moveTo>
                      <a:lnTo>
                        <a:pt x="32291" y="3769"/>
                      </a:lnTo>
                      <a:cubicBezTo>
                        <a:pt x="32429" y="3769"/>
                        <a:pt x="32515" y="3723"/>
                        <a:pt x="32492" y="3672"/>
                      </a:cubicBezTo>
                      <a:lnTo>
                        <a:pt x="32435" y="3551"/>
                      </a:lnTo>
                      <a:cubicBezTo>
                        <a:pt x="32417" y="3499"/>
                        <a:pt x="32285" y="3459"/>
                        <a:pt x="32158" y="3459"/>
                      </a:cubicBezTo>
                      <a:lnTo>
                        <a:pt x="30996" y="3459"/>
                      </a:lnTo>
                      <a:cubicBezTo>
                        <a:pt x="30869" y="3459"/>
                        <a:pt x="30777" y="3499"/>
                        <a:pt x="30794" y="3551"/>
                      </a:cubicBezTo>
                      <a:lnTo>
                        <a:pt x="30846" y="3672"/>
                      </a:lnTo>
                      <a:cubicBezTo>
                        <a:pt x="30863" y="3723"/>
                        <a:pt x="30990" y="3769"/>
                        <a:pt x="31122" y="3769"/>
                      </a:cubicBezTo>
                      <a:close/>
                      <a:moveTo>
                        <a:pt x="24274" y="3769"/>
                      </a:moveTo>
                      <a:lnTo>
                        <a:pt x="25385" y="3769"/>
                      </a:lnTo>
                      <a:cubicBezTo>
                        <a:pt x="25523" y="3769"/>
                        <a:pt x="25615" y="3723"/>
                        <a:pt x="25604" y="3672"/>
                      </a:cubicBezTo>
                      <a:lnTo>
                        <a:pt x="25494" y="3257"/>
                      </a:lnTo>
                      <a:cubicBezTo>
                        <a:pt x="25483" y="3205"/>
                        <a:pt x="25368" y="3171"/>
                        <a:pt x="25235" y="3171"/>
                      </a:cubicBezTo>
                      <a:lnTo>
                        <a:pt x="24136" y="3171"/>
                      </a:lnTo>
                      <a:cubicBezTo>
                        <a:pt x="24004" y="3171"/>
                        <a:pt x="23906" y="3211"/>
                        <a:pt x="23917" y="3257"/>
                      </a:cubicBezTo>
                      <a:lnTo>
                        <a:pt x="24015" y="3672"/>
                      </a:lnTo>
                      <a:cubicBezTo>
                        <a:pt x="24027" y="3723"/>
                        <a:pt x="24142" y="3769"/>
                        <a:pt x="24274" y="3769"/>
                      </a:cubicBezTo>
                      <a:close/>
                      <a:moveTo>
                        <a:pt x="9801" y="3257"/>
                      </a:moveTo>
                      <a:lnTo>
                        <a:pt x="9720" y="3672"/>
                      </a:lnTo>
                      <a:cubicBezTo>
                        <a:pt x="9715" y="3723"/>
                        <a:pt x="9812" y="3764"/>
                        <a:pt x="9945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3" y="3723"/>
                        <a:pt x="20488" y="3672"/>
                      </a:cubicBezTo>
                      <a:lnTo>
                        <a:pt x="20436" y="3257"/>
                      </a:lnTo>
                      <a:cubicBezTo>
                        <a:pt x="20430" y="3205"/>
                        <a:pt x="20321" y="3171"/>
                        <a:pt x="20194" y="3171"/>
                      </a:cubicBezTo>
                      <a:lnTo>
                        <a:pt x="10048" y="3171"/>
                      </a:lnTo>
                      <a:cubicBezTo>
                        <a:pt x="9922" y="3171"/>
                        <a:pt x="9807" y="3205"/>
                        <a:pt x="9801" y="3257"/>
                      </a:cubicBezTo>
                      <a:close/>
                      <a:moveTo>
                        <a:pt x="7119" y="3769"/>
                      </a:moveTo>
                      <a:lnTo>
                        <a:pt x="8765" y="3769"/>
                      </a:lnTo>
                      <a:cubicBezTo>
                        <a:pt x="8897" y="3769"/>
                        <a:pt x="9012" y="3723"/>
                        <a:pt x="9024" y="3672"/>
                      </a:cubicBezTo>
                      <a:lnTo>
                        <a:pt x="9104" y="3257"/>
                      </a:lnTo>
                      <a:cubicBezTo>
                        <a:pt x="9116" y="3205"/>
                        <a:pt x="9024" y="3171"/>
                        <a:pt x="8892" y="3171"/>
                      </a:cubicBezTo>
                      <a:lnTo>
                        <a:pt x="7280" y="3171"/>
                      </a:lnTo>
                      <a:cubicBezTo>
                        <a:pt x="7148" y="3171"/>
                        <a:pt x="7033" y="3211"/>
                        <a:pt x="7021" y="3257"/>
                      </a:cubicBezTo>
                      <a:lnTo>
                        <a:pt x="6912" y="3672"/>
                      </a:lnTo>
                      <a:cubicBezTo>
                        <a:pt x="6895" y="3723"/>
                        <a:pt x="6992" y="3769"/>
                        <a:pt x="7119" y="3769"/>
                      </a:cubicBezTo>
                      <a:close/>
                      <a:moveTo>
                        <a:pt x="4817" y="3769"/>
                      </a:moveTo>
                      <a:lnTo>
                        <a:pt x="5934" y="3769"/>
                      </a:lnTo>
                      <a:cubicBezTo>
                        <a:pt x="6072" y="3769"/>
                        <a:pt x="6187" y="3723"/>
                        <a:pt x="6198" y="3672"/>
                      </a:cubicBezTo>
                      <a:lnTo>
                        <a:pt x="6313" y="3257"/>
                      </a:lnTo>
                      <a:cubicBezTo>
                        <a:pt x="6331" y="3205"/>
                        <a:pt x="6239" y="3171"/>
                        <a:pt x="6100" y="3171"/>
                      </a:cubicBezTo>
                      <a:lnTo>
                        <a:pt x="5001" y="3171"/>
                      </a:lnTo>
                      <a:cubicBezTo>
                        <a:pt x="4869" y="3171"/>
                        <a:pt x="4748" y="3211"/>
                        <a:pt x="4731" y="3257"/>
                      </a:cubicBezTo>
                      <a:lnTo>
                        <a:pt x="4598" y="3672"/>
                      </a:lnTo>
                      <a:cubicBezTo>
                        <a:pt x="4598" y="3723"/>
                        <a:pt x="4691" y="3769"/>
                        <a:pt x="4817" y="3769"/>
                      </a:cubicBezTo>
                      <a:close/>
                      <a:moveTo>
                        <a:pt x="21454" y="3769"/>
                      </a:moveTo>
                      <a:lnTo>
                        <a:pt x="23094" y="3769"/>
                      </a:lnTo>
                      <a:cubicBezTo>
                        <a:pt x="23227" y="3769"/>
                        <a:pt x="23325" y="3723"/>
                        <a:pt x="23313" y="3672"/>
                      </a:cubicBezTo>
                      <a:lnTo>
                        <a:pt x="23238" y="3257"/>
                      </a:lnTo>
                      <a:cubicBezTo>
                        <a:pt x="23227" y="3205"/>
                        <a:pt x="23112" y="3171"/>
                        <a:pt x="22985" y="3171"/>
                      </a:cubicBezTo>
                      <a:lnTo>
                        <a:pt x="21374" y="3171"/>
                      </a:lnTo>
                      <a:cubicBezTo>
                        <a:pt x="21241" y="3171"/>
                        <a:pt x="21144" y="3211"/>
                        <a:pt x="21149" y="3257"/>
                      </a:cubicBezTo>
                      <a:lnTo>
                        <a:pt x="21207" y="3672"/>
                      </a:lnTo>
                      <a:cubicBezTo>
                        <a:pt x="21201" y="3723"/>
                        <a:pt x="21316" y="3769"/>
                        <a:pt x="21454" y="3769"/>
                      </a:cubicBezTo>
                      <a:close/>
                      <a:moveTo>
                        <a:pt x="2527" y="3769"/>
                      </a:moveTo>
                      <a:lnTo>
                        <a:pt x="3643" y="3769"/>
                      </a:lnTo>
                      <a:cubicBezTo>
                        <a:pt x="3776" y="3769"/>
                        <a:pt x="3902" y="3723"/>
                        <a:pt x="3914" y="3672"/>
                      </a:cubicBezTo>
                      <a:lnTo>
                        <a:pt x="4058" y="3257"/>
                      </a:lnTo>
                      <a:cubicBezTo>
                        <a:pt x="4075" y="3205"/>
                        <a:pt x="3977" y="3171"/>
                        <a:pt x="3850" y="3171"/>
                      </a:cubicBezTo>
                      <a:lnTo>
                        <a:pt x="2751" y="3171"/>
                      </a:lnTo>
                      <a:cubicBezTo>
                        <a:pt x="2619" y="3171"/>
                        <a:pt x="2498" y="3211"/>
                        <a:pt x="2475" y="3257"/>
                      </a:cubicBezTo>
                      <a:lnTo>
                        <a:pt x="2308" y="3672"/>
                      </a:lnTo>
                      <a:cubicBezTo>
                        <a:pt x="2297" y="3723"/>
                        <a:pt x="2389" y="3769"/>
                        <a:pt x="2527" y="3769"/>
                      </a:cubicBezTo>
                      <a:close/>
                      <a:moveTo>
                        <a:pt x="225" y="3769"/>
                      </a:moveTo>
                      <a:lnTo>
                        <a:pt x="1341" y="3769"/>
                      </a:lnTo>
                      <a:cubicBezTo>
                        <a:pt x="1474" y="3769"/>
                        <a:pt x="1600" y="3723"/>
                        <a:pt x="1617" y="3672"/>
                      </a:cubicBezTo>
                      <a:lnTo>
                        <a:pt x="1790" y="3257"/>
                      </a:lnTo>
                      <a:cubicBezTo>
                        <a:pt x="1813" y="3205"/>
                        <a:pt x="1721" y="3171"/>
                        <a:pt x="1589" y="3171"/>
                      </a:cubicBezTo>
                      <a:lnTo>
                        <a:pt x="490" y="3171"/>
                      </a:lnTo>
                      <a:cubicBezTo>
                        <a:pt x="357" y="3171"/>
                        <a:pt x="236" y="3211"/>
                        <a:pt x="208" y="3257"/>
                      </a:cubicBezTo>
                      <a:lnTo>
                        <a:pt x="23" y="3672"/>
                      </a:lnTo>
                      <a:cubicBezTo>
                        <a:pt x="0" y="3723"/>
                        <a:pt x="87" y="3769"/>
                        <a:pt x="225" y="376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76" name="Google Shape;1776;p111"/>
              <p:cNvSpPr/>
              <p:nvPr/>
            </p:nvSpPr>
            <p:spPr>
              <a:xfrm>
                <a:off x="6822274" y="3695850"/>
                <a:ext cx="723633" cy="189396"/>
              </a:xfrm>
              <a:custGeom>
                <a:rect b="b" l="l" r="r" t="t"/>
                <a:pathLst>
                  <a:path extrusionOk="0" h="3258" w="12448">
                    <a:moveTo>
                      <a:pt x="12074" y="3258"/>
                    </a:moveTo>
                    <a:lnTo>
                      <a:pt x="374" y="3258"/>
                    </a:lnTo>
                    <a:cubicBezTo>
                      <a:pt x="155" y="3258"/>
                      <a:pt x="0" y="3126"/>
                      <a:pt x="35" y="2959"/>
                    </a:cubicBezTo>
                    <a:lnTo>
                      <a:pt x="529" y="254"/>
                    </a:lnTo>
                    <a:cubicBezTo>
                      <a:pt x="558" y="110"/>
                      <a:pt x="737" y="1"/>
                      <a:pt x="932" y="1"/>
                    </a:cubicBezTo>
                    <a:lnTo>
                      <a:pt x="11515" y="1"/>
                    </a:lnTo>
                    <a:cubicBezTo>
                      <a:pt x="11717" y="1"/>
                      <a:pt x="11895" y="116"/>
                      <a:pt x="11918" y="254"/>
                    </a:cubicBezTo>
                    <a:lnTo>
                      <a:pt x="12413" y="2959"/>
                    </a:lnTo>
                    <a:cubicBezTo>
                      <a:pt x="12448" y="3126"/>
                      <a:pt x="12298" y="3258"/>
                      <a:pt x="12074" y="32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111"/>
              <p:cNvSpPr/>
              <p:nvPr/>
            </p:nvSpPr>
            <p:spPr>
              <a:xfrm>
                <a:off x="5996926" y="1962600"/>
                <a:ext cx="733748" cy="692591"/>
              </a:xfrm>
              <a:custGeom>
                <a:rect b="b" l="l" r="r" t="t"/>
                <a:pathLst>
                  <a:path extrusionOk="0" h="11914" w="12622">
                    <a:moveTo>
                      <a:pt x="11361" y="9364"/>
                    </a:moveTo>
                    <a:lnTo>
                      <a:pt x="9583" y="9364"/>
                    </a:lnTo>
                    <a:cubicBezTo>
                      <a:pt x="9393" y="9364"/>
                      <a:pt x="9232" y="9525"/>
                      <a:pt x="9232" y="9721"/>
                    </a:cubicBezTo>
                    <a:lnTo>
                      <a:pt x="9226" y="11534"/>
                    </a:lnTo>
                    <a:cubicBezTo>
                      <a:pt x="9226" y="11781"/>
                      <a:pt x="8915" y="11913"/>
                      <a:pt x="8737" y="11723"/>
                    </a:cubicBezTo>
                    <a:lnTo>
                      <a:pt x="6820" y="9767"/>
                    </a:lnTo>
                    <a:cubicBezTo>
                      <a:pt x="6492" y="9502"/>
                      <a:pt x="6078" y="9358"/>
                      <a:pt x="5658" y="9358"/>
                    </a:cubicBezTo>
                    <a:lnTo>
                      <a:pt x="1261" y="9358"/>
                    </a:lnTo>
                    <a:cubicBezTo>
                      <a:pt x="571" y="9358"/>
                      <a:pt x="1" y="8800"/>
                      <a:pt x="1" y="8098"/>
                    </a:cubicBezTo>
                    <a:lnTo>
                      <a:pt x="1" y="1255"/>
                    </a:lnTo>
                    <a:cubicBezTo>
                      <a:pt x="1" y="565"/>
                      <a:pt x="565" y="1"/>
                      <a:pt x="1261" y="1"/>
                    </a:cubicBezTo>
                    <a:lnTo>
                      <a:pt x="11355" y="1"/>
                    </a:lnTo>
                    <a:cubicBezTo>
                      <a:pt x="12046" y="1"/>
                      <a:pt x="12615" y="559"/>
                      <a:pt x="12615" y="1255"/>
                    </a:cubicBezTo>
                    <a:lnTo>
                      <a:pt x="12615" y="8109"/>
                    </a:lnTo>
                    <a:cubicBezTo>
                      <a:pt x="12621" y="8806"/>
                      <a:pt x="12051" y="9364"/>
                      <a:pt x="11361" y="93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111"/>
              <p:cNvSpPr/>
              <p:nvPr/>
            </p:nvSpPr>
            <p:spPr>
              <a:xfrm>
                <a:off x="6163240" y="2083048"/>
                <a:ext cx="375362" cy="302812"/>
              </a:xfrm>
              <a:custGeom>
                <a:rect b="b" l="l" r="r" t="t"/>
                <a:pathLst>
                  <a:path extrusionOk="0" h="5209" w="6457">
                    <a:moveTo>
                      <a:pt x="2952" y="2964"/>
                    </a:moveTo>
                    <a:lnTo>
                      <a:pt x="1853" y="2964"/>
                    </a:lnTo>
                    <a:cubicBezTo>
                      <a:pt x="1916" y="3523"/>
                      <a:pt x="2164" y="4213"/>
                      <a:pt x="2952" y="4213"/>
                    </a:cubicBezTo>
                    <a:lnTo>
                      <a:pt x="2952" y="5209"/>
                    </a:lnTo>
                    <a:lnTo>
                      <a:pt x="2227" y="5209"/>
                    </a:lnTo>
                    <a:cubicBezTo>
                      <a:pt x="996" y="5209"/>
                      <a:pt x="0" y="4207"/>
                      <a:pt x="0" y="2976"/>
                    </a:cubicBezTo>
                    <a:lnTo>
                      <a:pt x="0" y="2964"/>
                    </a:lnTo>
                    <a:lnTo>
                      <a:pt x="0" y="2257"/>
                    </a:lnTo>
                    <a:lnTo>
                      <a:pt x="0" y="6"/>
                    </a:lnTo>
                    <a:lnTo>
                      <a:pt x="2952" y="6"/>
                    </a:lnTo>
                    <a:close/>
                    <a:moveTo>
                      <a:pt x="6457" y="1"/>
                    </a:moveTo>
                    <a:lnTo>
                      <a:pt x="3499" y="1"/>
                    </a:lnTo>
                    <a:lnTo>
                      <a:pt x="3499" y="2251"/>
                    </a:lnTo>
                    <a:lnTo>
                      <a:pt x="3499" y="2959"/>
                    </a:lnTo>
                    <a:lnTo>
                      <a:pt x="3499" y="2970"/>
                    </a:lnTo>
                    <a:cubicBezTo>
                      <a:pt x="3499" y="4202"/>
                      <a:pt x="4500" y="5203"/>
                      <a:pt x="5732" y="5203"/>
                    </a:cubicBezTo>
                    <a:lnTo>
                      <a:pt x="6457" y="5203"/>
                    </a:lnTo>
                    <a:lnTo>
                      <a:pt x="6457" y="4207"/>
                    </a:lnTo>
                    <a:cubicBezTo>
                      <a:pt x="5674" y="4207"/>
                      <a:pt x="5427" y="3517"/>
                      <a:pt x="5358" y="2959"/>
                    </a:cubicBezTo>
                    <a:lnTo>
                      <a:pt x="6457" y="29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111"/>
              <p:cNvSpPr/>
              <p:nvPr/>
            </p:nvSpPr>
            <p:spPr>
              <a:xfrm>
                <a:off x="6580041" y="2438050"/>
                <a:ext cx="733051" cy="692532"/>
              </a:xfrm>
              <a:custGeom>
                <a:rect b="b" l="l" r="r" t="t"/>
                <a:pathLst>
                  <a:path extrusionOk="0" h="11913" w="12610">
                    <a:moveTo>
                      <a:pt x="1249" y="9369"/>
                    </a:moveTo>
                    <a:lnTo>
                      <a:pt x="3028" y="9369"/>
                    </a:lnTo>
                    <a:cubicBezTo>
                      <a:pt x="3223" y="9369"/>
                      <a:pt x="3379" y="9524"/>
                      <a:pt x="3379" y="9720"/>
                    </a:cubicBezTo>
                    <a:lnTo>
                      <a:pt x="3384" y="11533"/>
                    </a:lnTo>
                    <a:cubicBezTo>
                      <a:pt x="3384" y="11786"/>
                      <a:pt x="3695" y="11913"/>
                      <a:pt x="3879" y="11728"/>
                    </a:cubicBezTo>
                    <a:lnTo>
                      <a:pt x="5790" y="9772"/>
                    </a:lnTo>
                    <a:cubicBezTo>
                      <a:pt x="6118" y="9501"/>
                      <a:pt x="6532" y="9357"/>
                      <a:pt x="6952" y="9357"/>
                    </a:cubicBezTo>
                    <a:lnTo>
                      <a:pt x="11349" y="9357"/>
                    </a:lnTo>
                    <a:cubicBezTo>
                      <a:pt x="12040" y="9357"/>
                      <a:pt x="12609" y="8799"/>
                      <a:pt x="12609" y="8103"/>
                    </a:cubicBezTo>
                    <a:lnTo>
                      <a:pt x="12609" y="1260"/>
                    </a:lnTo>
                    <a:cubicBezTo>
                      <a:pt x="12609" y="570"/>
                      <a:pt x="12045" y="0"/>
                      <a:pt x="11349" y="0"/>
                    </a:cubicBezTo>
                    <a:lnTo>
                      <a:pt x="1255" y="0"/>
                    </a:lnTo>
                    <a:cubicBezTo>
                      <a:pt x="564" y="0"/>
                      <a:pt x="1" y="564"/>
                      <a:pt x="1" y="1260"/>
                    </a:cubicBezTo>
                    <a:lnTo>
                      <a:pt x="1" y="8103"/>
                    </a:lnTo>
                    <a:cubicBezTo>
                      <a:pt x="1" y="8805"/>
                      <a:pt x="559" y="9369"/>
                      <a:pt x="1249" y="936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111"/>
              <p:cNvSpPr/>
              <p:nvPr/>
            </p:nvSpPr>
            <p:spPr>
              <a:xfrm>
                <a:off x="6771409" y="2559138"/>
                <a:ext cx="375710" cy="302115"/>
              </a:xfrm>
              <a:custGeom>
                <a:rect b="b" l="l" r="r" t="t"/>
                <a:pathLst>
                  <a:path extrusionOk="0" h="5197" w="6463">
                    <a:moveTo>
                      <a:pt x="3505" y="0"/>
                    </a:moveTo>
                    <a:lnTo>
                      <a:pt x="6463" y="0"/>
                    </a:lnTo>
                    <a:lnTo>
                      <a:pt x="6463" y="2250"/>
                    </a:lnTo>
                    <a:lnTo>
                      <a:pt x="6463" y="2953"/>
                    </a:lnTo>
                    <a:lnTo>
                      <a:pt x="6463" y="2970"/>
                    </a:lnTo>
                    <a:cubicBezTo>
                      <a:pt x="6463" y="4201"/>
                      <a:pt x="5462" y="5197"/>
                      <a:pt x="4230" y="5197"/>
                    </a:cubicBezTo>
                    <a:lnTo>
                      <a:pt x="3505" y="5197"/>
                    </a:lnTo>
                    <a:lnTo>
                      <a:pt x="3505" y="4207"/>
                    </a:lnTo>
                    <a:cubicBezTo>
                      <a:pt x="4288" y="4207"/>
                      <a:pt x="4535" y="3516"/>
                      <a:pt x="4604" y="2953"/>
                    </a:cubicBezTo>
                    <a:lnTo>
                      <a:pt x="3505" y="2953"/>
                    </a:lnTo>
                    <a:close/>
                    <a:moveTo>
                      <a:pt x="0" y="2953"/>
                    </a:moveTo>
                    <a:lnTo>
                      <a:pt x="1105" y="2953"/>
                    </a:lnTo>
                    <a:cubicBezTo>
                      <a:pt x="1036" y="3516"/>
                      <a:pt x="794" y="4207"/>
                      <a:pt x="0" y="4207"/>
                    </a:cubicBezTo>
                    <a:lnTo>
                      <a:pt x="0" y="5197"/>
                    </a:lnTo>
                    <a:lnTo>
                      <a:pt x="731" y="5197"/>
                    </a:lnTo>
                    <a:cubicBezTo>
                      <a:pt x="1957" y="5197"/>
                      <a:pt x="2958" y="4201"/>
                      <a:pt x="2958" y="2970"/>
                    </a:cubicBezTo>
                    <a:lnTo>
                      <a:pt x="2958" y="2953"/>
                    </a:lnTo>
                    <a:lnTo>
                      <a:pt x="2958" y="2250"/>
                    </a:lnTo>
                    <a:lnTo>
                      <a:pt x="295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111"/>
              <p:cNvSpPr/>
              <p:nvPr/>
            </p:nvSpPr>
            <p:spPr>
              <a:xfrm>
                <a:off x="7072122" y="1652817"/>
                <a:ext cx="779557" cy="813332"/>
              </a:xfrm>
              <a:custGeom>
                <a:rect b="b" l="l" r="r" t="t"/>
                <a:pathLst>
                  <a:path extrusionOk="0" h="13991" w="13410">
                    <a:moveTo>
                      <a:pt x="12886" y="13991"/>
                    </a:moveTo>
                    <a:lnTo>
                      <a:pt x="525" y="13991"/>
                    </a:lnTo>
                    <a:cubicBezTo>
                      <a:pt x="237" y="13991"/>
                      <a:pt x="1" y="13755"/>
                      <a:pt x="1" y="13467"/>
                    </a:cubicBezTo>
                    <a:lnTo>
                      <a:pt x="1" y="525"/>
                    </a:lnTo>
                    <a:cubicBezTo>
                      <a:pt x="1" y="237"/>
                      <a:pt x="237" y="1"/>
                      <a:pt x="525" y="1"/>
                    </a:cubicBezTo>
                    <a:lnTo>
                      <a:pt x="12886" y="1"/>
                    </a:lnTo>
                    <a:cubicBezTo>
                      <a:pt x="13174" y="1"/>
                      <a:pt x="13410" y="237"/>
                      <a:pt x="13410" y="525"/>
                    </a:cubicBezTo>
                    <a:lnTo>
                      <a:pt x="13410" y="13467"/>
                    </a:lnTo>
                    <a:cubicBezTo>
                      <a:pt x="13410" y="13761"/>
                      <a:pt x="13174" y="13991"/>
                      <a:pt x="12886" y="139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111"/>
              <p:cNvSpPr/>
              <p:nvPr/>
            </p:nvSpPr>
            <p:spPr>
              <a:xfrm>
                <a:off x="7186234" y="1775939"/>
                <a:ext cx="551387" cy="566792"/>
              </a:xfrm>
              <a:custGeom>
                <a:rect b="b" l="l" r="r" t="t"/>
                <a:pathLst>
                  <a:path extrusionOk="0" h="9750" w="9485">
                    <a:moveTo>
                      <a:pt x="9179" y="8167"/>
                    </a:moveTo>
                    <a:lnTo>
                      <a:pt x="8454" y="8167"/>
                    </a:lnTo>
                    <a:lnTo>
                      <a:pt x="8454" y="7131"/>
                    </a:lnTo>
                    <a:lnTo>
                      <a:pt x="7292" y="7131"/>
                    </a:lnTo>
                    <a:lnTo>
                      <a:pt x="7292" y="6561"/>
                    </a:lnTo>
                    <a:lnTo>
                      <a:pt x="7953" y="6561"/>
                    </a:lnTo>
                    <a:cubicBezTo>
                      <a:pt x="8155" y="6561"/>
                      <a:pt x="8316" y="6400"/>
                      <a:pt x="8316" y="6199"/>
                    </a:cubicBezTo>
                    <a:lnTo>
                      <a:pt x="8316" y="4587"/>
                    </a:lnTo>
                    <a:cubicBezTo>
                      <a:pt x="8316" y="4386"/>
                      <a:pt x="8155" y="4219"/>
                      <a:pt x="7953" y="4219"/>
                    </a:cubicBezTo>
                    <a:lnTo>
                      <a:pt x="7292" y="4219"/>
                    </a:lnTo>
                    <a:lnTo>
                      <a:pt x="7292" y="3292"/>
                    </a:lnTo>
                    <a:lnTo>
                      <a:pt x="4892" y="3292"/>
                    </a:lnTo>
                    <a:lnTo>
                      <a:pt x="4892" y="2608"/>
                    </a:lnTo>
                    <a:lnTo>
                      <a:pt x="6814" y="2608"/>
                    </a:lnTo>
                    <a:cubicBezTo>
                      <a:pt x="7004" y="2608"/>
                      <a:pt x="7154" y="2458"/>
                      <a:pt x="7154" y="2268"/>
                    </a:cubicBezTo>
                    <a:lnTo>
                      <a:pt x="7154" y="340"/>
                    </a:lnTo>
                    <a:cubicBezTo>
                      <a:pt x="7154" y="156"/>
                      <a:pt x="7004" y="1"/>
                      <a:pt x="6814" y="1"/>
                    </a:cubicBezTo>
                    <a:lnTo>
                      <a:pt x="2688" y="1"/>
                    </a:lnTo>
                    <a:cubicBezTo>
                      <a:pt x="2498" y="1"/>
                      <a:pt x="2348" y="156"/>
                      <a:pt x="2348" y="340"/>
                    </a:cubicBezTo>
                    <a:lnTo>
                      <a:pt x="2348" y="2268"/>
                    </a:lnTo>
                    <a:cubicBezTo>
                      <a:pt x="2348" y="2458"/>
                      <a:pt x="2498" y="2608"/>
                      <a:pt x="2688" y="2608"/>
                    </a:cubicBezTo>
                    <a:lnTo>
                      <a:pt x="4604" y="2608"/>
                    </a:lnTo>
                    <a:lnTo>
                      <a:pt x="4604" y="3292"/>
                    </a:lnTo>
                    <a:lnTo>
                      <a:pt x="2210" y="3292"/>
                    </a:lnTo>
                    <a:lnTo>
                      <a:pt x="2210" y="4219"/>
                    </a:lnTo>
                    <a:lnTo>
                      <a:pt x="1548" y="4219"/>
                    </a:lnTo>
                    <a:cubicBezTo>
                      <a:pt x="1347" y="4219"/>
                      <a:pt x="1180" y="4386"/>
                      <a:pt x="1180" y="4587"/>
                    </a:cubicBezTo>
                    <a:lnTo>
                      <a:pt x="1180" y="6199"/>
                    </a:lnTo>
                    <a:cubicBezTo>
                      <a:pt x="1180" y="6400"/>
                      <a:pt x="1347" y="6561"/>
                      <a:pt x="1548" y="6561"/>
                    </a:cubicBezTo>
                    <a:lnTo>
                      <a:pt x="2210" y="6561"/>
                    </a:lnTo>
                    <a:lnTo>
                      <a:pt x="2210" y="7131"/>
                    </a:lnTo>
                    <a:lnTo>
                      <a:pt x="1030" y="7131"/>
                    </a:lnTo>
                    <a:lnTo>
                      <a:pt x="1030" y="8167"/>
                    </a:lnTo>
                    <a:lnTo>
                      <a:pt x="305" y="8167"/>
                    </a:lnTo>
                    <a:cubicBezTo>
                      <a:pt x="138" y="8167"/>
                      <a:pt x="0" y="8305"/>
                      <a:pt x="0" y="8472"/>
                    </a:cubicBezTo>
                    <a:lnTo>
                      <a:pt x="0" y="9450"/>
                    </a:lnTo>
                    <a:cubicBezTo>
                      <a:pt x="0" y="9611"/>
                      <a:pt x="138" y="9749"/>
                      <a:pt x="305" y="9749"/>
                    </a:cubicBezTo>
                    <a:lnTo>
                      <a:pt x="2043" y="9749"/>
                    </a:lnTo>
                    <a:cubicBezTo>
                      <a:pt x="2210" y="9749"/>
                      <a:pt x="2348" y="9611"/>
                      <a:pt x="2348" y="9450"/>
                    </a:cubicBezTo>
                    <a:lnTo>
                      <a:pt x="2348" y="8460"/>
                    </a:lnTo>
                    <a:cubicBezTo>
                      <a:pt x="2348" y="8299"/>
                      <a:pt x="2210" y="8161"/>
                      <a:pt x="2043" y="8161"/>
                    </a:cubicBezTo>
                    <a:lnTo>
                      <a:pt x="1318" y="8161"/>
                    </a:lnTo>
                    <a:lnTo>
                      <a:pt x="1318" y="7413"/>
                    </a:lnTo>
                    <a:lnTo>
                      <a:pt x="4598" y="7413"/>
                    </a:lnTo>
                    <a:lnTo>
                      <a:pt x="4598" y="8161"/>
                    </a:lnTo>
                    <a:lnTo>
                      <a:pt x="3873" y="8161"/>
                    </a:lnTo>
                    <a:cubicBezTo>
                      <a:pt x="3706" y="8161"/>
                      <a:pt x="3568" y="8299"/>
                      <a:pt x="3568" y="8460"/>
                    </a:cubicBezTo>
                    <a:lnTo>
                      <a:pt x="3568" y="9450"/>
                    </a:lnTo>
                    <a:cubicBezTo>
                      <a:pt x="3568" y="9611"/>
                      <a:pt x="3706" y="9749"/>
                      <a:pt x="3873" y="9749"/>
                    </a:cubicBezTo>
                    <a:lnTo>
                      <a:pt x="5611" y="9749"/>
                    </a:lnTo>
                    <a:cubicBezTo>
                      <a:pt x="5778" y="9749"/>
                      <a:pt x="5916" y="9611"/>
                      <a:pt x="5916" y="9450"/>
                    </a:cubicBezTo>
                    <a:lnTo>
                      <a:pt x="5916" y="8460"/>
                    </a:lnTo>
                    <a:cubicBezTo>
                      <a:pt x="5916" y="8299"/>
                      <a:pt x="5778" y="8161"/>
                      <a:pt x="5611" y="8161"/>
                    </a:cubicBezTo>
                    <a:lnTo>
                      <a:pt x="4886" y="8161"/>
                    </a:lnTo>
                    <a:lnTo>
                      <a:pt x="4886" y="7413"/>
                    </a:lnTo>
                    <a:lnTo>
                      <a:pt x="8166" y="7413"/>
                    </a:lnTo>
                    <a:lnTo>
                      <a:pt x="8166" y="8161"/>
                    </a:lnTo>
                    <a:lnTo>
                      <a:pt x="7441" y="8161"/>
                    </a:lnTo>
                    <a:cubicBezTo>
                      <a:pt x="7274" y="8161"/>
                      <a:pt x="7136" y="8299"/>
                      <a:pt x="7136" y="8460"/>
                    </a:cubicBezTo>
                    <a:lnTo>
                      <a:pt x="7136" y="9450"/>
                    </a:lnTo>
                    <a:cubicBezTo>
                      <a:pt x="7136" y="9611"/>
                      <a:pt x="7274" y="9749"/>
                      <a:pt x="7441" y="9749"/>
                    </a:cubicBezTo>
                    <a:lnTo>
                      <a:pt x="9179" y="9749"/>
                    </a:lnTo>
                    <a:cubicBezTo>
                      <a:pt x="9346" y="9749"/>
                      <a:pt x="9484" y="9611"/>
                      <a:pt x="9484" y="9450"/>
                    </a:cubicBezTo>
                    <a:lnTo>
                      <a:pt x="9484" y="8460"/>
                    </a:lnTo>
                    <a:cubicBezTo>
                      <a:pt x="9478" y="8299"/>
                      <a:pt x="9346" y="8167"/>
                      <a:pt x="9179" y="8167"/>
                    </a:cubicBezTo>
                    <a:close/>
                    <a:moveTo>
                      <a:pt x="2492" y="7125"/>
                    </a:moveTo>
                    <a:lnTo>
                      <a:pt x="2492" y="6555"/>
                    </a:lnTo>
                    <a:lnTo>
                      <a:pt x="3154" y="6555"/>
                    </a:lnTo>
                    <a:cubicBezTo>
                      <a:pt x="3355" y="6555"/>
                      <a:pt x="3522" y="6389"/>
                      <a:pt x="3522" y="6187"/>
                    </a:cubicBezTo>
                    <a:lnTo>
                      <a:pt x="3522" y="4576"/>
                    </a:lnTo>
                    <a:cubicBezTo>
                      <a:pt x="3522" y="4374"/>
                      <a:pt x="3355" y="4213"/>
                      <a:pt x="3154" y="4213"/>
                    </a:cubicBezTo>
                    <a:lnTo>
                      <a:pt x="2492" y="4213"/>
                    </a:lnTo>
                    <a:lnTo>
                      <a:pt x="2492" y="3569"/>
                    </a:lnTo>
                    <a:lnTo>
                      <a:pt x="7004" y="3569"/>
                    </a:lnTo>
                    <a:lnTo>
                      <a:pt x="7004" y="4213"/>
                    </a:lnTo>
                    <a:lnTo>
                      <a:pt x="6342" y="4213"/>
                    </a:lnTo>
                    <a:cubicBezTo>
                      <a:pt x="6141" y="4213"/>
                      <a:pt x="5974" y="4374"/>
                      <a:pt x="5974" y="4576"/>
                    </a:cubicBezTo>
                    <a:lnTo>
                      <a:pt x="5974" y="6187"/>
                    </a:lnTo>
                    <a:cubicBezTo>
                      <a:pt x="5974" y="6389"/>
                      <a:pt x="6141" y="6555"/>
                      <a:pt x="6342" y="6555"/>
                    </a:cubicBezTo>
                    <a:lnTo>
                      <a:pt x="7004" y="6555"/>
                    </a:lnTo>
                    <a:lnTo>
                      <a:pt x="7004" y="712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111"/>
              <p:cNvSpPr/>
              <p:nvPr/>
            </p:nvSpPr>
            <p:spPr>
              <a:xfrm>
                <a:off x="7606756" y="2424280"/>
                <a:ext cx="734330" cy="766186"/>
              </a:xfrm>
              <a:custGeom>
                <a:rect b="b" l="l" r="r" t="t"/>
                <a:pathLst>
                  <a:path extrusionOk="0" h="13180" w="12632">
                    <a:moveTo>
                      <a:pt x="12131" y="13179"/>
                    </a:moveTo>
                    <a:lnTo>
                      <a:pt x="495" y="13179"/>
                    </a:lnTo>
                    <a:cubicBezTo>
                      <a:pt x="219" y="13179"/>
                      <a:pt x="0" y="12955"/>
                      <a:pt x="0" y="12684"/>
                    </a:cubicBezTo>
                    <a:lnTo>
                      <a:pt x="0" y="495"/>
                    </a:lnTo>
                    <a:cubicBezTo>
                      <a:pt x="0" y="225"/>
                      <a:pt x="219" y="1"/>
                      <a:pt x="495" y="1"/>
                    </a:cubicBezTo>
                    <a:lnTo>
                      <a:pt x="12131" y="1"/>
                    </a:lnTo>
                    <a:cubicBezTo>
                      <a:pt x="12407" y="1"/>
                      <a:pt x="12632" y="225"/>
                      <a:pt x="12632" y="495"/>
                    </a:cubicBezTo>
                    <a:lnTo>
                      <a:pt x="12632" y="12684"/>
                    </a:lnTo>
                    <a:cubicBezTo>
                      <a:pt x="12620" y="12960"/>
                      <a:pt x="12407" y="13179"/>
                      <a:pt x="12131" y="131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111"/>
              <p:cNvSpPr/>
              <p:nvPr/>
            </p:nvSpPr>
            <p:spPr>
              <a:xfrm>
                <a:off x="7737551" y="2539381"/>
                <a:ext cx="472443" cy="578825"/>
              </a:xfrm>
              <a:custGeom>
                <a:rect b="b" l="l" r="r" t="t"/>
                <a:pathLst>
                  <a:path extrusionOk="0" h="9957" w="8127">
                    <a:moveTo>
                      <a:pt x="8126" y="662"/>
                    </a:moveTo>
                    <a:cubicBezTo>
                      <a:pt x="8126" y="1025"/>
                      <a:pt x="6308" y="1324"/>
                      <a:pt x="4063" y="1324"/>
                    </a:cubicBezTo>
                    <a:cubicBezTo>
                      <a:pt x="1819" y="1324"/>
                      <a:pt x="0" y="1025"/>
                      <a:pt x="0" y="662"/>
                    </a:cubicBezTo>
                    <a:cubicBezTo>
                      <a:pt x="0" y="294"/>
                      <a:pt x="1819" y="0"/>
                      <a:pt x="4063" y="0"/>
                    </a:cubicBezTo>
                    <a:cubicBezTo>
                      <a:pt x="6308" y="0"/>
                      <a:pt x="8126" y="294"/>
                      <a:pt x="8126" y="662"/>
                    </a:cubicBezTo>
                    <a:close/>
                    <a:moveTo>
                      <a:pt x="8126" y="1387"/>
                    </a:moveTo>
                    <a:lnTo>
                      <a:pt x="8126" y="3539"/>
                    </a:lnTo>
                    <a:cubicBezTo>
                      <a:pt x="8126" y="3902"/>
                      <a:pt x="6308" y="4201"/>
                      <a:pt x="4063" y="4201"/>
                    </a:cubicBezTo>
                    <a:cubicBezTo>
                      <a:pt x="1819" y="4201"/>
                      <a:pt x="0" y="3902"/>
                      <a:pt x="0" y="3539"/>
                    </a:cubicBezTo>
                    <a:lnTo>
                      <a:pt x="0" y="1387"/>
                    </a:lnTo>
                    <a:cubicBezTo>
                      <a:pt x="0" y="1755"/>
                      <a:pt x="1819" y="2049"/>
                      <a:pt x="4063" y="2049"/>
                    </a:cubicBezTo>
                    <a:cubicBezTo>
                      <a:pt x="6308" y="2049"/>
                      <a:pt x="8126" y="1755"/>
                      <a:pt x="8126" y="1387"/>
                    </a:cubicBezTo>
                    <a:close/>
                    <a:moveTo>
                      <a:pt x="7510" y="2941"/>
                    </a:moveTo>
                    <a:cubicBezTo>
                      <a:pt x="7510" y="2768"/>
                      <a:pt x="7366" y="2624"/>
                      <a:pt x="7194" y="2624"/>
                    </a:cubicBezTo>
                    <a:cubicBezTo>
                      <a:pt x="7021" y="2624"/>
                      <a:pt x="6877" y="2768"/>
                      <a:pt x="6877" y="2941"/>
                    </a:cubicBezTo>
                    <a:cubicBezTo>
                      <a:pt x="6877" y="3114"/>
                      <a:pt x="7021" y="3257"/>
                      <a:pt x="7194" y="3257"/>
                    </a:cubicBezTo>
                    <a:cubicBezTo>
                      <a:pt x="7366" y="3257"/>
                      <a:pt x="7510" y="3114"/>
                      <a:pt x="7510" y="2941"/>
                    </a:cubicBezTo>
                    <a:close/>
                    <a:moveTo>
                      <a:pt x="8126" y="4265"/>
                    </a:moveTo>
                    <a:lnTo>
                      <a:pt x="8126" y="6417"/>
                    </a:lnTo>
                    <a:cubicBezTo>
                      <a:pt x="8126" y="6779"/>
                      <a:pt x="6308" y="7079"/>
                      <a:pt x="4063" y="7079"/>
                    </a:cubicBezTo>
                    <a:cubicBezTo>
                      <a:pt x="1819" y="7079"/>
                      <a:pt x="0" y="6779"/>
                      <a:pt x="0" y="6417"/>
                    </a:cubicBezTo>
                    <a:lnTo>
                      <a:pt x="0" y="4265"/>
                    </a:lnTo>
                    <a:cubicBezTo>
                      <a:pt x="0" y="4633"/>
                      <a:pt x="1819" y="4926"/>
                      <a:pt x="4063" y="4926"/>
                    </a:cubicBezTo>
                    <a:cubicBezTo>
                      <a:pt x="6308" y="4926"/>
                      <a:pt x="8126" y="4633"/>
                      <a:pt x="8126" y="4265"/>
                    </a:cubicBezTo>
                    <a:close/>
                    <a:moveTo>
                      <a:pt x="7510" y="5818"/>
                    </a:moveTo>
                    <a:cubicBezTo>
                      <a:pt x="7510" y="5646"/>
                      <a:pt x="7366" y="5502"/>
                      <a:pt x="7194" y="5502"/>
                    </a:cubicBezTo>
                    <a:cubicBezTo>
                      <a:pt x="7021" y="5502"/>
                      <a:pt x="6877" y="5646"/>
                      <a:pt x="6877" y="5818"/>
                    </a:cubicBezTo>
                    <a:cubicBezTo>
                      <a:pt x="6877" y="5991"/>
                      <a:pt x="7021" y="6135"/>
                      <a:pt x="7194" y="6135"/>
                    </a:cubicBezTo>
                    <a:cubicBezTo>
                      <a:pt x="7366" y="6135"/>
                      <a:pt x="7510" y="5991"/>
                      <a:pt x="7510" y="5818"/>
                    </a:cubicBezTo>
                    <a:close/>
                    <a:moveTo>
                      <a:pt x="8126" y="7142"/>
                    </a:moveTo>
                    <a:lnTo>
                      <a:pt x="8126" y="9294"/>
                    </a:lnTo>
                    <a:cubicBezTo>
                      <a:pt x="8126" y="9657"/>
                      <a:pt x="6308" y="9956"/>
                      <a:pt x="4063" y="9956"/>
                    </a:cubicBezTo>
                    <a:cubicBezTo>
                      <a:pt x="1819" y="9956"/>
                      <a:pt x="0" y="9657"/>
                      <a:pt x="0" y="9294"/>
                    </a:cubicBezTo>
                    <a:lnTo>
                      <a:pt x="0" y="7142"/>
                    </a:lnTo>
                    <a:cubicBezTo>
                      <a:pt x="0" y="7510"/>
                      <a:pt x="1819" y="7804"/>
                      <a:pt x="4063" y="7804"/>
                    </a:cubicBezTo>
                    <a:cubicBezTo>
                      <a:pt x="6308" y="7804"/>
                      <a:pt x="8126" y="7510"/>
                      <a:pt x="8126" y="7142"/>
                    </a:cubicBezTo>
                    <a:close/>
                    <a:moveTo>
                      <a:pt x="7510" y="8696"/>
                    </a:moveTo>
                    <a:cubicBezTo>
                      <a:pt x="7510" y="8523"/>
                      <a:pt x="7366" y="8379"/>
                      <a:pt x="7194" y="8379"/>
                    </a:cubicBezTo>
                    <a:cubicBezTo>
                      <a:pt x="7021" y="8379"/>
                      <a:pt x="6877" y="8523"/>
                      <a:pt x="6877" y="8696"/>
                    </a:cubicBezTo>
                    <a:cubicBezTo>
                      <a:pt x="6877" y="8868"/>
                      <a:pt x="7021" y="9012"/>
                      <a:pt x="7194" y="9012"/>
                    </a:cubicBezTo>
                    <a:cubicBezTo>
                      <a:pt x="7366" y="9012"/>
                      <a:pt x="7510" y="8868"/>
                      <a:pt x="7510" y="869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111"/>
              <p:cNvSpPr/>
              <p:nvPr/>
            </p:nvSpPr>
            <p:spPr>
              <a:xfrm>
                <a:off x="7990132" y="1845523"/>
                <a:ext cx="249912" cy="202824"/>
              </a:xfrm>
              <a:custGeom>
                <a:rect b="b" l="l" r="r" t="t"/>
                <a:pathLst>
                  <a:path extrusionOk="0" h="3489" w="4299">
                    <a:moveTo>
                      <a:pt x="2331" y="6"/>
                    </a:moveTo>
                    <a:lnTo>
                      <a:pt x="4299" y="6"/>
                    </a:lnTo>
                    <a:lnTo>
                      <a:pt x="4299" y="1508"/>
                    </a:lnTo>
                    <a:lnTo>
                      <a:pt x="4299" y="1986"/>
                    </a:lnTo>
                    <a:lnTo>
                      <a:pt x="4299" y="1998"/>
                    </a:lnTo>
                    <a:cubicBezTo>
                      <a:pt x="4299" y="2821"/>
                      <a:pt x="3631" y="3488"/>
                      <a:pt x="2814" y="3488"/>
                    </a:cubicBezTo>
                    <a:lnTo>
                      <a:pt x="2331" y="3488"/>
                    </a:lnTo>
                    <a:lnTo>
                      <a:pt x="2331" y="2826"/>
                    </a:lnTo>
                    <a:cubicBezTo>
                      <a:pt x="2854" y="2826"/>
                      <a:pt x="3021" y="2366"/>
                      <a:pt x="3062" y="1992"/>
                    </a:cubicBezTo>
                    <a:lnTo>
                      <a:pt x="2331" y="1992"/>
                    </a:lnTo>
                    <a:lnTo>
                      <a:pt x="2331" y="6"/>
                    </a:lnTo>
                    <a:close/>
                    <a:moveTo>
                      <a:pt x="0" y="1986"/>
                    </a:moveTo>
                    <a:lnTo>
                      <a:pt x="731" y="1986"/>
                    </a:lnTo>
                    <a:cubicBezTo>
                      <a:pt x="691" y="2360"/>
                      <a:pt x="524" y="2821"/>
                      <a:pt x="0" y="2821"/>
                    </a:cubicBezTo>
                    <a:lnTo>
                      <a:pt x="0" y="3482"/>
                    </a:lnTo>
                    <a:lnTo>
                      <a:pt x="484" y="3482"/>
                    </a:lnTo>
                    <a:cubicBezTo>
                      <a:pt x="1301" y="3482"/>
                      <a:pt x="1968" y="2815"/>
                      <a:pt x="1968" y="1992"/>
                    </a:cubicBezTo>
                    <a:lnTo>
                      <a:pt x="1968" y="1980"/>
                    </a:lnTo>
                    <a:lnTo>
                      <a:pt x="1968" y="1503"/>
                    </a:lnTo>
                    <a:lnTo>
                      <a:pt x="1968" y="1"/>
                    </a:lnTo>
                    <a:lnTo>
                      <a:pt x="0" y="1"/>
                    </a:lnTo>
                    <a:lnTo>
                      <a:pt x="0" y="19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111"/>
              <p:cNvSpPr/>
              <p:nvPr/>
            </p:nvSpPr>
            <p:spPr>
              <a:xfrm>
                <a:off x="5923042" y="2617975"/>
                <a:ext cx="480407" cy="493836"/>
              </a:xfrm>
              <a:custGeom>
                <a:rect b="b" l="l" r="r" t="t"/>
                <a:pathLst>
                  <a:path extrusionOk="0" h="8495" w="8264">
                    <a:moveTo>
                      <a:pt x="7999" y="7119"/>
                    </a:moveTo>
                    <a:lnTo>
                      <a:pt x="7366" y="7119"/>
                    </a:lnTo>
                    <a:lnTo>
                      <a:pt x="7366" y="6216"/>
                    </a:lnTo>
                    <a:lnTo>
                      <a:pt x="6348" y="6216"/>
                    </a:lnTo>
                    <a:lnTo>
                      <a:pt x="6348" y="5715"/>
                    </a:lnTo>
                    <a:lnTo>
                      <a:pt x="6923" y="5715"/>
                    </a:lnTo>
                    <a:cubicBezTo>
                      <a:pt x="7096" y="5715"/>
                      <a:pt x="7240" y="5571"/>
                      <a:pt x="7240" y="5399"/>
                    </a:cubicBezTo>
                    <a:lnTo>
                      <a:pt x="7240" y="4000"/>
                    </a:lnTo>
                    <a:cubicBezTo>
                      <a:pt x="7240" y="3828"/>
                      <a:pt x="7096" y="3684"/>
                      <a:pt x="6923" y="3684"/>
                    </a:cubicBezTo>
                    <a:lnTo>
                      <a:pt x="6348" y="3684"/>
                    </a:lnTo>
                    <a:lnTo>
                      <a:pt x="6348" y="2867"/>
                    </a:lnTo>
                    <a:lnTo>
                      <a:pt x="4253" y="2867"/>
                    </a:lnTo>
                    <a:lnTo>
                      <a:pt x="4253" y="2274"/>
                    </a:lnTo>
                    <a:lnTo>
                      <a:pt x="5928" y="2274"/>
                    </a:lnTo>
                    <a:cubicBezTo>
                      <a:pt x="6089" y="2274"/>
                      <a:pt x="6221" y="2141"/>
                      <a:pt x="6221" y="1975"/>
                    </a:cubicBezTo>
                    <a:lnTo>
                      <a:pt x="6221" y="294"/>
                    </a:lnTo>
                    <a:cubicBezTo>
                      <a:pt x="6221" y="133"/>
                      <a:pt x="6094" y="1"/>
                      <a:pt x="5928" y="1"/>
                    </a:cubicBezTo>
                    <a:lnTo>
                      <a:pt x="2331" y="1"/>
                    </a:lnTo>
                    <a:cubicBezTo>
                      <a:pt x="2175" y="1"/>
                      <a:pt x="2037" y="127"/>
                      <a:pt x="2037" y="294"/>
                    </a:cubicBezTo>
                    <a:lnTo>
                      <a:pt x="2037" y="1975"/>
                    </a:lnTo>
                    <a:cubicBezTo>
                      <a:pt x="2037" y="2136"/>
                      <a:pt x="2164" y="2274"/>
                      <a:pt x="2331" y="2274"/>
                    </a:cubicBezTo>
                    <a:lnTo>
                      <a:pt x="4005" y="2274"/>
                    </a:lnTo>
                    <a:lnTo>
                      <a:pt x="4005" y="2867"/>
                    </a:lnTo>
                    <a:lnTo>
                      <a:pt x="1916" y="2867"/>
                    </a:lnTo>
                    <a:lnTo>
                      <a:pt x="1916" y="3684"/>
                    </a:lnTo>
                    <a:lnTo>
                      <a:pt x="1341" y="3684"/>
                    </a:lnTo>
                    <a:cubicBezTo>
                      <a:pt x="1168" y="3684"/>
                      <a:pt x="1024" y="3828"/>
                      <a:pt x="1024" y="4000"/>
                    </a:cubicBezTo>
                    <a:lnTo>
                      <a:pt x="1024" y="5399"/>
                    </a:lnTo>
                    <a:cubicBezTo>
                      <a:pt x="1024" y="5571"/>
                      <a:pt x="1168" y="5715"/>
                      <a:pt x="1341" y="5715"/>
                    </a:cubicBezTo>
                    <a:lnTo>
                      <a:pt x="1916" y="5715"/>
                    </a:lnTo>
                    <a:lnTo>
                      <a:pt x="1916" y="6216"/>
                    </a:lnTo>
                    <a:lnTo>
                      <a:pt x="892" y="6216"/>
                    </a:lnTo>
                    <a:lnTo>
                      <a:pt x="892" y="7119"/>
                    </a:lnTo>
                    <a:lnTo>
                      <a:pt x="259" y="7119"/>
                    </a:lnTo>
                    <a:cubicBezTo>
                      <a:pt x="115" y="7119"/>
                      <a:pt x="0" y="7234"/>
                      <a:pt x="0" y="7378"/>
                    </a:cubicBezTo>
                    <a:lnTo>
                      <a:pt x="0" y="8236"/>
                    </a:lnTo>
                    <a:cubicBezTo>
                      <a:pt x="0" y="8380"/>
                      <a:pt x="115" y="8495"/>
                      <a:pt x="259" y="8495"/>
                    </a:cubicBezTo>
                    <a:lnTo>
                      <a:pt x="1778" y="8495"/>
                    </a:lnTo>
                    <a:cubicBezTo>
                      <a:pt x="1922" y="8495"/>
                      <a:pt x="2037" y="8380"/>
                      <a:pt x="2037" y="8236"/>
                    </a:cubicBezTo>
                    <a:lnTo>
                      <a:pt x="2037" y="7378"/>
                    </a:lnTo>
                    <a:cubicBezTo>
                      <a:pt x="2037" y="7234"/>
                      <a:pt x="1922" y="7119"/>
                      <a:pt x="1778" y="7119"/>
                    </a:cubicBezTo>
                    <a:lnTo>
                      <a:pt x="1145" y="7119"/>
                    </a:lnTo>
                    <a:lnTo>
                      <a:pt x="1145" y="6463"/>
                    </a:lnTo>
                    <a:lnTo>
                      <a:pt x="4005" y="6463"/>
                    </a:lnTo>
                    <a:lnTo>
                      <a:pt x="4005" y="7119"/>
                    </a:lnTo>
                    <a:lnTo>
                      <a:pt x="3372" y="7119"/>
                    </a:lnTo>
                    <a:cubicBezTo>
                      <a:pt x="3229" y="7119"/>
                      <a:pt x="3113" y="7234"/>
                      <a:pt x="3113" y="7378"/>
                    </a:cubicBezTo>
                    <a:lnTo>
                      <a:pt x="3113" y="8236"/>
                    </a:lnTo>
                    <a:cubicBezTo>
                      <a:pt x="3113" y="8380"/>
                      <a:pt x="3229" y="8495"/>
                      <a:pt x="3372" y="8495"/>
                    </a:cubicBezTo>
                    <a:lnTo>
                      <a:pt x="4892" y="8495"/>
                    </a:lnTo>
                    <a:cubicBezTo>
                      <a:pt x="5036" y="8495"/>
                      <a:pt x="5151" y="8380"/>
                      <a:pt x="5151" y="8236"/>
                    </a:cubicBezTo>
                    <a:lnTo>
                      <a:pt x="5151" y="7378"/>
                    </a:lnTo>
                    <a:cubicBezTo>
                      <a:pt x="5151" y="7234"/>
                      <a:pt x="5036" y="7119"/>
                      <a:pt x="4892" y="7119"/>
                    </a:cubicBezTo>
                    <a:lnTo>
                      <a:pt x="4259" y="7119"/>
                    </a:lnTo>
                    <a:lnTo>
                      <a:pt x="4259" y="6463"/>
                    </a:lnTo>
                    <a:lnTo>
                      <a:pt x="7119" y="6463"/>
                    </a:lnTo>
                    <a:lnTo>
                      <a:pt x="7119" y="7119"/>
                    </a:lnTo>
                    <a:lnTo>
                      <a:pt x="6486" y="7119"/>
                    </a:lnTo>
                    <a:cubicBezTo>
                      <a:pt x="6342" y="7119"/>
                      <a:pt x="6227" y="7234"/>
                      <a:pt x="6227" y="7378"/>
                    </a:cubicBezTo>
                    <a:lnTo>
                      <a:pt x="6227" y="8236"/>
                    </a:lnTo>
                    <a:cubicBezTo>
                      <a:pt x="6227" y="8380"/>
                      <a:pt x="6342" y="8495"/>
                      <a:pt x="6486" y="8495"/>
                    </a:cubicBezTo>
                    <a:lnTo>
                      <a:pt x="8005" y="8495"/>
                    </a:lnTo>
                    <a:cubicBezTo>
                      <a:pt x="8149" y="8495"/>
                      <a:pt x="8264" y="8380"/>
                      <a:pt x="8264" y="8236"/>
                    </a:cubicBezTo>
                    <a:lnTo>
                      <a:pt x="8264" y="7378"/>
                    </a:lnTo>
                    <a:cubicBezTo>
                      <a:pt x="8264" y="7234"/>
                      <a:pt x="8143" y="7119"/>
                      <a:pt x="7999" y="7119"/>
                    </a:cubicBezTo>
                    <a:close/>
                    <a:moveTo>
                      <a:pt x="2164" y="6216"/>
                    </a:moveTo>
                    <a:lnTo>
                      <a:pt x="2164" y="5715"/>
                    </a:lnTo>
                    <a:lnTo>
                      <a:pt x="2739" y="5715"/>
                    </a:lnTo>
                    <a:cubicBezTo>
                      <a:pt x="2912" y="5715"/>
                      <a:pt x="3056" y="5571"/>
                      <a:pt x="3056" y="5399"/>
                    </a:cubicBezTo>
                    <a:lnTo>
                      <a:pt x="3056" y="4000"/>
                    </a:lnTo>
                    <a:cubicBezTo>
                      <a:pt x="3056" y="3828"/>
                      <a:pt x="2912" y="3684"/>
                      <a:pt x="2739" y="3684"/>
                    </a:cubicBezTo>
                    <a:lnTo>
                      <a:pt x="2164" y="3684"/>
                    </a:lnTo>
                    <a:lnTo>
                      <a:pt x="2164" y="3120"/>
                    </a:lnTo>
                    <a:lnTo>
                      <a:pt x="6100" y="3120"/>
                    </a:lnTo>
                    <a:lnTo>
                      <a:pt x="6100" y="3684"/>
                    </a:lnTo>
                    <a:lnTo>
                      <a:pt x="5525" y="3684"/>
                    </a:lnTo>
                    <a:cubicBezTo>
                      <a:pt x="5352" y="3684"/>
                      <a:pt x="5208" y="3828"/>
                      <a:pt x="5208" y="4000"/>
                    </a:cubicBezTo>
                    <a:lnTo>
                      <a:pt x="5208" y="5399"/>
                    </a:lnTo>
                    <a:cubicBezTo>
                      <a:pt x="5208" y="5571"/>
                      <a:pt x="5352" y="5715"/>
                      <a:pt x="5525" y="5715"/>
                    </a:cubicBezTo>
                    <a:lnTo>
                      <a:pt x="6100" y="5715"/>
                    </a:lnTo>
                    <a:lnTo>
                      <a:pt x="6100" y="621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111"/>
              <p:cNvSpPr/>
              <p:nvPr/>
            </p:nvSpPr>
            <p:spPr>
              <a:xfrm>
                <a:off x="6583703" y="1728446"/>
                <a:ext cx="289442" cy="354318"/>
              </a:xfrm>
              <a:custGeom>
                <a:rect b="b" l="l" r="r" t="t"/>
                <a:pathLst>
                  <a:path extrusionOk="0" h="6095" w="4979">
                    <a:moveTo>
                      <a:pt x="4979" y="403"/>
                    </a:moveTo>
                    <a:cubicBezTo>
                      <a:pt x="4979" y="628"/>
                      <a:pt x="3862" y="806"/>
                      <a:pt x="2493" y="806"/>
                    </a:cubicBezTo>
                    <a:cubicBezTo>
                      <a:pt x="1117" y="806"/>
                      <a:pt x="1" y="628"/>
                      <a:pt x="1" y="403"/>
                    </a:cubicBezTo>
                    <a:cubicBezTo>
                      <a:pt x="1" y="179"/>
                      <a:pt x="1117" y="1"/>
                      <a:pt x="2493" y="1"/>
                    </a:cubicBezTo>
                    <a:cubicBezTo>
                      <a:pt x="3862" y="1"/>
                      <a:pt x="4979" y="179"/>
                      <a:pt x="4979" y="403"/>
                    </a:cubicBezTo>
                    <a:close/>
                    <a:moveTo>
                      <a:pt x="4979" y="847"/>
                    </a:moveTo>
                    <a:lnTo>
                      <a:pt x="4979" y="2164"/>
                    </a:lnTo>
                    <a:cubicBezTo>
                      <a:pt x="4979" y="2389"/>
                      <a:pt x="3862" y="2567"/>
                      <a:pt x="2493" y="2567"/>
                    </a:cubicBezTo>
                    <a:cubicBezTo>
                      <a:pt x="1117" y="2567"/>
                      <a:pt x="1" y="2389"/>
                      <a:pt x="1" y="2164"/>
                    </a:cubicBezTo>
                    <a:lnTo>
                      <a:pt x="1" y="847"/>
                    </a:lnTo>
                    <a:cubicBezTo>
                      <a:pt x="1" y="1071"/>
                      <a:pt x="1117" y="1249"/>
                      <a:pt x="2493" y="1249"/>
                    </a:cubicBezTo>
                    <a:cubicBezTo>
                      <a:pt x="3862" y="1249"/>
                      <a:pt x="4979" y="1071"/>
                      <a:pt x="4979" y="847"/>
                    </a:cubicBezTo>
                    <a:close/>
                    <a:moveTo>
                      <a:pt x="4599" y="1796"/>
                    </a:moveTo>
                    <a:cubicBezTo>
                      <a:pt x="4599" y="1692"/>
                      <a:pt x="4513" y="1606"/>
                      <a:pt x="4403" y="1606"/>
                    </a:cubicBezTo>
                    <a:cubicBezTo>
                      <a:pt x="4294" y="1606"/>
                      <a:pt x="4208" y="1692"/>
                      <a:pt x="4208" y="1796"/>
                    </a:cubicBezTo>
                    <a:cubicBezTo>
                      <a:pt x="4208" y="1905"/>
                      <a:pt x="4294" y="1992"/>
                      <a:pt x="4403" y="1992"/>
                    </a:cubicBezTo>
                    <a:cubicBezTo>
                      <a:pt x="4513" y="1992"/>
                      <a:pt x="4599" y="1905"/>
                      <a:pt x="4599" y="1796"/>
                    </a:cubicBezTo>
                    <a:close/>
                    <a:moveTo>
                      <a:pt x="4979" y="2613"/>
                    </a:moveTo>
                    <a:lnTo>
                      <a:pt x="4979" y="3925"/>
                    </a:lnTo>
                    <a:cubicBezTo>
                      <a:pt x="4979" y="4150"/>
                      <a:pt x="3862" y="4328"/>
                      <a:pt x="2493" y="4328"/>
                    </a:cubicBezTo>
                    <a:cubicBezTo>
                      <a:pt x="1117" y="4328"/>
                      <a:pt x="1" y="4150"/>
                      <a:pt x="1" y="3925"/>
                    </a:cubicBezTo>
                    <a:lnTo>
                      <a:pt x="1" y="2613"/>
                    </a:lnTo>
                    <a:cubicBezTo>
                      <a:pt x="1" y="2832"/>
                      <a:pt x="1117" y="3016"/>
                      <a:pt x="2493" y="3016"/>
                    </a:cubicBezTo>
                    <a:cubicBezTo>
                      <a:pt x="3862" y="3016"/>
                      <a:pt x="4979" y="2832"/>
                      <a:pt x="4979" y="2613"/>
                    </a:cubicBezTo>
                    <a:close/>
                    <a:moveTo>
                      <a:pt x="4599" y="3563"/>
                    </a:moveTo>
                    <a:cubicBezTo>
                      <a:pt x="4599" y="3453"/>
                      <a:pt x="4513" y="3367"/>
                      <a:pt x="4403" y="3367"/>
                    </a:cubicBezTo>
                    <a:cubicBezTo>
                      <a:pt x="4294" y="3367"/>
                      <a:pt x="4208" y="3453"/>
                      <a:pt x="4208" y="3563"/>
                    </a:cubicBezTo>
                    <a:cubicBezTo>
                      <a:pt x="4208" y="3666"/>
                      <a:pt x="4294" y="3753"/>
                      <a:pt x="4403" y="3753"/>
                    </a:cubicBezTo>
                    <a:cubicBezTo>
                      <a:pt x="4513" y="3753"/>
                      <a:pt x="4599" y="3666"/>
                      <a:pt x="4599" y="3563"/>
                    </a:cubicBezTo>
                    <a:close/>
                    <a:moveTo>
                      <a:pt x="4979" y="4374"/>
                    </a:moveTo>
                    <a:lnTo>
                      <a:pt x="4979" y="5692"/>
                    </a:lnTo>
                    <a:cubicBezTo>
                      <a:pt x="4979" y="5911"/>
                      <a:pt x="3862" y="6095"/>
                      <a:pt x="2493" y="6095"/>
                    </a:cubicBezTo>
                    <a:cubicBezTo>
                      <a:pt x="1117" y="6095"/>
                      <a:pt x="1" y="5911"/>
                      <a:pt x="1" y="5692"/>
                    </a:cubicBezTo>
                    <a:lnTo>
                      <a:pt x="1" y="4374"/>
                    </a:lnTo>
                    <a:cubicBezTo>
                      <a:pt x="1" y="4599"/>
                      <a:pt x="1117" y="4777"/>
                      <a:pt x="2493" y="4777"/>
                    </a:cubicBezTo>
                    <a:cubicBezTo>
                      <a:pt x="3862" y="4777"/>
                      <a:pt x="4979" y="4599"/>
                      <a:pt x="4979" y="4374"/>
                    </a:cubicBezTo>
                    <a:close/>
                    <a:moveTo>
                      <a:pt x="4599" y="5324"/>
                    </a:moveTo>
                    <a:cubicBezTo>
                      <a:pt x="4599" y="5214"/>
                      <a:pt x="4513" y="5128"/>
                      <a:pt x="4403" y="5128"/>
                    </a:cubicBezTo>
                    <a:cubicBezTo>
                      <a:pt x="4294" y="5128"/>
                      <a:pt x="4208" y="5214"/>
                      <a:pt x="4208" y="5324"/>
                    </a:cubicBezTo>
                    <a:cubicBezTo>
                      <a:pt x="4208" y="5433"/>
                      <a:pt x="4294" y="5519"/>
                      <a:pt x="4403" y="5519"/>
                    </a:cubicBezTo>
                    <a:cubicBezTo>
                      <a:pt x="4513" y="5519"/>
                      <a:pt x="4599" y="5433"/>
                      <a:pt x="4599" y="53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8" name="Google Shape;1788;p111"/>
            <p:cNvGrpSpPr/>
            <p:nvPr/>
          </p:nvGrpSpPr>
          <p:grpSpPr>
            <a:xfrm>
              <a:off x="6440272" y="769535"/>
              <a:ext cx="1749455" cy="858630"/>
              <a:chOff x="6440272" y="769535"/>
              <a:chExt cx="1749455" cy="858630"/>
            </a:xfrm>
          </p:grpSpPr>
          <p:sp>
            <p:nvSpPr>
              <p:cNvPr id="1789" name="Google Shape;1789;p111"/>
              <p:cNvSpPr/>
              <p:nvPr/>
            </p:nvSpPr>
            <p:spPr>
              <a:xfrm rot="-5400000">
                <a:off x="7670622" y="76953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111"/>
              <p:cNvSpPr/>
              <p:nvPr/>
            </p:nvSpPr>
            <p:spPr>
              <a:xfrm rot="-5400000">
                <a:off x="6440272" y="1282228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111"/>
              <p:cNvSpPr/>
              <p:nvPr/>
            </p:nvSpPr>
            <p:spPr>
              <a:xfrm rot="-5400000">
                <a:off x="7176684" y="923603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111"/>
              <p:cNvSpPr/>
              <p:nvPr/>
            </p:nvSpPr>
            <p:spPr>
              <a:xfrm rot="-5400000">
                <a:off x="7983672" y="142211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111"/>
              <p:cNvSpPr/>
              <p:nvPr/>
            </p:nvSpPr>
            <p:spPr>
              <a:xfrm rot="-5400000">
                <a:off x="7703709" y="1244278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94" name="Google Shape;1794;p111"/>
            <p:cNvSpPr/>
            <p:nvPr/>
          </p:nvSpPr>
          <p:spPr>
            <a:xfrm>
              <a:off x="8189731" y="2120047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dk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111"/>
            <p:cNvSpPr/>
            <p:nvPr/>
          </p:nvSpPr>
          <p:spPr>
            <a:xfrm>
              <a:off x="7235030" y="2898432"/>
              <a:ext cx="259947" cy="259667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dk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6" name="Google Shape;1796;p111"/>
          <p:cNvSpPr txBox="1"/>
          <p:nvPr/>
        </p:nvSpPr>
        <p:spPr>
          <a:xfrm>
            <a:off x="2001600" y="2733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